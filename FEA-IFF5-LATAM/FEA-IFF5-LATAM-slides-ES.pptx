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99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54" r:id="rId122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</p:sldIdLst>
  <p:sldSz cy="6858000" cx="12192000"/>
  <p:notesSz cx="6858000" cy="12192000"/>
  <p:embeddedFontLst>
    <p:embeddedFont>
      <p:font typeface="Zalando Sans SemiExpanded Medium"/>
      <p:regular r:id="rId103"/>
      <p:bold r:id="rId104"/>
      <p:italic r:id="rId105"/>
      <p:boldItalic r:id="rId106"/>
    </p:embeddedFont>
    <p:embeddedFont>
      <p:font typeface="Zalando Sans SemiExpanded"/>
      <p:regular r:id="rId107"/>
      <p:bold r:id="rId108"/>
      <p:italic r:id="rId109"/>
      <p:boldItalic r:id="rId110"/>
    </p:embeddedFont>
    <p:embeddedFont>
      <p:font typeface="Zalando Sans SemiExpanded Light"/>
      <p:regular r:id="rId111"/>
      <p:bold r:id="rId112"/>
      <p:italic r:id="rId113"/>
      <p:boldItalic r:id="rId114"/>
    </p:embeddedFont>
    <p:embeddedFont>
      <p:font typeface="Titillium Web Light"/>
      <p:regular r:id="rId115"/>
      <p:bold r:id="rId116"/>
      <p:italic r:id="rId117"/>
      <p:boldItalic r:id="rId118"/>
    </p:embeddedFont>
    <p:embeddedFont>
      <p:font typeface="Zalando Sans SemiExpanded Black"/>
      <p:bold r:id="rId119"/>
      <p:boldItalic r:id="rId1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1" roundtripDataSignature="AMtx7minu5N9PJP8VO8U7vulHwKUClSH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font" Target="fonts/ZalandoSansSemiExpanded-regular.fntdata"/><Relationship Id="rId106" Type="http://schemas.openxmlformats.org/officeDocument/2006/relationships/font" Target="fonts/ZalandoSansSemiExpandedMedium-boldItalic.fntdata"/><Relationship Id="rId105" Type="http://schemas.openxmlformats.org/officeDocument/2006/relationships/font" Target="fonts/ZalandoSansSemiExpandedMedium-italic.fntdata"/><Relationship Id="rId104" Type="http://schemas.openxmlformats.org/officeDocument/2006/relationships/font" Target="fonts/ZalandoSansSemiExpandedMedium-bold.fntdata"/><Relationship Id="rId109" Type="http://schemas.openxmlformats.org/officeDocument/2006/relationships/font" Target="fonts/ZalandoSansSemiExpanded-italic.fntdata"/><Relationship Id="rId108" Type="http://schemas.openxmlformats.org/officeDocument/2006/relationships/font" Target="fonts/ZalandoSansSemiExpanded-bold.fntdata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font" Target="fonts/ZalandoSansSemiExpandedMedium-regular.fntdata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121" Type="http://customschemas.google.com/relationships/presentationmetadata" Target="metadata"/><Relationship Id="rId25" Type="http://schemas.openxmlformats.org/officeDocument/2006/relationships/slide" Target="slides/slide21.xml"/><Relationship Id="rId120" Type="http://schemas.openxmlformats.org/officeDocument/2006/relationships/font" Target="fonts/ZalandoSansSemiExpandedBlack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font" Target="fonts/TitilliumWebLight-boldItalic.fntdata"/><Relationship Id="rId117" Type="http://schemas.openxmlformats.org/officeDocument/2006/relationships/font" Target="fonts/TitilliumWebLight-italic.fntdata"/><Relationship Id="rId116" Type="http://schemas.openxmlformats.org/officeDocument/2006/relationships/font" Target="fonts/TitilliumWebLight-bold.fntdata"/><Relationship Id="rId115" Type="http://schemas.openxmlformats.org/officeDocument/2006/relationships/font" Target="fonts/TitilliumWebLight-regular.fntdata"/><Relationship Id="rId119" Type="http://schemas.openxmlformats.org/officeDocument/2006/relationships/font" Target="fonts/ZalandoSansSemiExpandedBlack-bold.fntdata"/><Relationship Id="rId15" Type="http://schemas.openxmlformats.org/officeDocument/2006/relationships/slide" Target="slides/slide11.xml"/><Relationship Id="rId110" Type="http://schemas.openxmlformats.org/officeDocument/2006/relationships/font" Target="fonts/ZalandoSansSemiExpanded-boldItalic.fntdata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font" Target="fonts/ZalandoSansSemiExpandedLight-boldItalic.fntdata"/><Relationship Id="rId18" Type="http://schemas.openxmlformats.org/officeDocument/2006/relationships/slide" Target="slides/slide14.xml"/><Relationship Id="rId113" Type="http://schemas.openxmlformats.org/officeDocument/2006/relationships/font" Target="fonts/ZalandoSansSemiExpandedLight-italic.fntdata"/><Relationship Id="rId112" Type="http://schemas.openxmlformats.org/officeDocument/2006/relationships/font" Target="fonts/ZalandoSansSemiExpandedLight-bold.fntdata"/><Relationship Id="rId111" Type="http://schemas.openxmlformats.org/officeDocument/2006/relationships/font" Target="fonts/ZalandoSansSemiExpandedLight-regular.fntdata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  <Relationship Id="rId122" Type="http://schemas.openxmlformats.org/officeDocument/2006/relationships/slide" Target="slides/slide99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45a9ea68d_0_1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g3f45a9ea68d_0_1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g3f45a9ea68d_0_1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45a9ea68d_0_25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3f45a9ea68d_0_25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3f45a9ea68d_0_25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45a9ea68d_0_1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f45a9ea68d_0_13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3f45a9ea68d_0_13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45a9ea68d_0_1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f45a9ea68d_0_1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g3f45a9ea68d_0_13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45a9ea68d_0_1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f45a9ea68d_0_1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g3f45a9ea68d_0_1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45a9ea68d_0_13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f45a9ea68d_0_13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f45a9ea68d_0_13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45a9ea68d_0_1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f45a9ea68d_0_13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f45a9ea68d_0_13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45a9ea68d_0_1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45a9ea68d_0_13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f45a9ea68d_0_13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45a9ea68d_0_137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f45a9ea68d_0_137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b827e745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3b827e745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ae162e70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3ae162e70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45a9ea68d_0_137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f45a9ea68d_0_137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45a9ea68d_0_138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f45a9ea68d_0_138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45a9ea68d_0_138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f45a9ea68d_0_138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45a9ea68d_0_139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f45a9ea68d_0_139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45a9ea68d_0_140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f45a9ea68d_0_140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45a9ea68d_0_140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f45a9ea68d_0_140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45a9ea68d_0_14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f45a9ea68d_0_141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45a9ea68d_0_142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f45a9ea68d_0_142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45a9ea68d_0_144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f45a9ea68d_0_144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45a9ea68d_0_146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f45a9ea68d_0_146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45a9ea68d_0_148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f45a9ea68d_0_148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45a9ea68d_0_15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f45a9ea68d_0_151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45a9ea68d_0_154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f45a9ea68d_0_154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45a9ea68d_0_158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f45a9ea68d_0_158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45a9ea68d_0_16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3f45a9ea68d_0_162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45a9ea68d_0_166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g3f45a9ea68d_0_166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45a9ea68d_0_17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g3f45a9ea68d_0_171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45a9ea68d_0_176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9" name="Google Shape;539;g3f45a9ea68d_0_176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45a9ea68d_0_18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6" name="Google Shape;596;g3f45a9ea68d_0_182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45a9ea68d_0_188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7" name="Google Shape;657;g3f45a9ea68d_0_188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f45a9ea68d_0_194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2" name="Google Shape;722;g3f45a9ea68d_0_194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45a9ea68d_0_20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1" name="Google Shape;791;g3f45a9ea68d_0_201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f45a9ea68d_0_208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4" name="Google Shape;864;g3f45a9ea68d_0_208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f45a9ea68d_0_209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1" name="Google Shape;871;g3f45a9ea68d_0_209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f45a9ea68d_0_210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9" name="Google Shape;879;g3f45a9ea68d_0_210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45a9ea68d_0_210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6" name="Google Shape;886;g3f45a9ea68d_0_210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f45a9ea68d_0_21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4" name="Google Shape;894;g3f45a9ea68d_0_211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f45a9ea68d_0_21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0" name="Google Shape;900;g3f45a9ea68d_0_211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f45a9ea68d_0_21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7" name="Google Shape;907;g3f45a9ea68d_0_212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f45a9ea68d_0_212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4" name="Google Shape;914;g3f45a9ea68d_0_212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f45a9ea68d_0_213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3" name="Google Shape;923;g3f45a9ea68d_0_213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f45a9ea68d_0_214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9" name="Google Shape;929;g3f45a9ea68d_0_214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f45a9ea68d_0_214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6" name="Google Shape;936;g3f45a9ea68d_0_214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f45a9ea68d_0_215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2" name="Google Shape;942;g3f45a9ea68d_0_215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f45a9ea68d_0_215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9" name="Google Shape;949;g3f45a9ea68d_0_215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f45a9ea68d_0_216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5" name="Google Shape;955;g3f45a9ea68d_0_216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f45a9ea68d_0_216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2" name="Google Shape;962;g3f45a9ea68d_0_216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f45a9ea68d_0_217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8" name="Google Shape;968;g3f45a9ea68d_0_217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f45a9ea68d_0_218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5" name="Google Shape;975;g3f45a9ea68d_0_218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f45a9ea68d_0_218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1" name="Google Shape;981;g3f45a9ea68d_0_218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f45a9ea68d_0_219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8" name="Google Shape;988;g3f45a9ea68d_0_219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f45a9ea68d_0_219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4" name="Google Shape;994;g3f45a9ea68d_0_219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f45a9ea68d_0_220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1" name="Google Shape;1001;g3f45a9ea68d_0_220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f45a9ea68d_0_220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7" name="Google Shape;1007;g3f45a9ea68d_0_220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f45a9ea68d_0_22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4" name="Google Shape;1014;g3f45a9ea68d_0_221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f45a9ea68d_0_221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0" name="Google Shape;1020;g3f45a9ea68d_0_221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f45a9ea68d_0_22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7" name="Google Shape;1027;g3f45a9ea68d_0_222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f45a9ea68d_0_222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3" name="Google Shape;1033;g3f45a9ea68d_0_222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f45a9ea68d_0_223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0" name="Google Shape;1040;g3f45a9ea68d_0_223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f45a9ea68d_0_223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4" name="Google Shape;1044;g3f45a9ea68d_0_223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f45a9ea68d_0_224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8" name="Google Shape;1048;g3f45a9ea68d_0_224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f54f5eb36c_0_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2" name="Google Shape;1052;g3f54f5eb36c_0_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f45a9ea68d_0_225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6" name="Google Shape;1056;g3f45a9ea68d_0_225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f493814788_3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0" name="Google Shape;1060;g3f493814788_3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f3be118244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8" name="Google Shape;1068;g3f3be118244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f565b7cc09_0_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8" name="Google Shape;1078;g3f565b7cc09_0_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f565b7cc09_0_9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4" name="Google Shape;1084;g3f565b7cc09_0_9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f565b7cc09_0_9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1" name="Google Shape;1091;g3f565b7cc09_0_9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f565b7cc09_0_8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9" name="Google Shape;1099;g3f565b7cc09_0_8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f565b7cc09_0_7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8" name="Google Shape;1108;g3f565b7cc09_0_7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f565b7cc09_0_6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8" name="Google Shape;1118;g3f565b7cc09_0_6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f565b7cc09_0_5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9" name="Google Shape;1129;g3f565b7cc09_0_5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f565b7cc09_0_4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1" name="Google Shape;1141;g3f565b7cc09_0_4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f565b7cc09_0_2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4" name="Google Shape;1154;g3f565b7cc09_0_2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f56c362c10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g3f56c362c10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g3f56c362c10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f56c362c10_4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g3f56c362c10_4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g3f56c362c10_4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f56c362c10_4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0" name="Google Shape;1190;g3f56c362c10_4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g3f56c362c10_4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f56c362c10_4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g3f56c362c10_4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g3f56c362c10_4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f56c362c10_4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g3f56c362c10_4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g3f56c362c10_4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f3b9bfb6c6_0_4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7" name="Google Shape;1227;g3f3b9bfb6c6_0_4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3f3be118244_0_6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1" name="Google Shape;1271;g3f3be118244_0_6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f3be118244_0_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6" name="Google Shape;1316;g3f3be118244_0_1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f5421b4056_1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4" name="Google Shape;1364;g3f5421b4056_1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f493814788_1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0" name="Google Shape;1390;g3f493814788_1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f45a9ea68d_0_274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7" name="Google Shape;1397;g3f45a9ea68d_0_274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3f45a9ea68d_0_280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8" name="Google Shape;1408;g3f45a9ea68d_0_280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f45a9ea68d_0_276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1" name="Google Shape;1421;g3f45a9ea68d_0_276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3f45a9ea68d_0_278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5" name="Google Shape;1435;g3f45a9ea68d_0_278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f45a9ea68d_0_305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2" name="Google Shape;1452;g3f45a9ea68d_0_305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3f45a9ea68d_0_303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3" name="Google Shape;1473;g3f45a9ea68d_0_303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3f45a9ea68d_0_30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6" name="Google Shape;1496;g3f45a9ea68d_0_301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3f45a9ea68d_0_296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0" name="Google Shape;1520;g3f45a9ea68d_0_296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f45a9ea68d_0_293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5" name="Google Shape;1545;g3f45a9ea68d_0_293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3f45a9ea68d_0_290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1" name="Google Shape;1571;g3f45a9ea68d_0_290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f45a9ea68d_0_28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8" name="Google Shape;1598;g3f45a9ea68d_0_281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3f45a9ea68d_0_285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6" name="Google Shape;1626;g3f45a9ea68d_0_285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375bc4f39_1_10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f375bc4f39_1_10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f375bc4f39_1_10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55.jpg"/><Relationship Id="rId6" Type="http://schemas.openxmlformats.org/officeDocument/2006/relationships/image" Target="../media/image5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9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Relationship Id="rId4" Type="http://schemas.openxmlformats.org/officeDocument/2006/relationships/image" Target="../media/image22.png"/><Relationship Id="rId5" Type="http://schemas.openxmlformats.org/officeDocument/2006/relationships/image" Target="../media/image67.png"/><Relationship Id="rId6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Relationship Id="rId4" Type="http://schemas.openxmlformats.org/officeDocument/2006/relationships/image" Target="../media/image25.png"/><Relationship Id="rId5" Type="http://schemas.openxmlformats.org/officeDocument/2006/relationships/image" Target="../media/image40.png"/><Relationship Id="rId6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5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image" Target="../media/image1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5" Type="http://schemas.openxmlformats.org/officeDocument/2006/relationships/image" Target="../media/image30.jpg"/><Relationship Id="rId6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56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56.jpg"/><Relationship Id="rId6" Type="http://schemas.openxmlformats.org/officeDocument/2006/relationships/image" Target="../media/image37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36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36.jpg"/><Relationship Id="rId6" Type="http://schemas.openxmlformats.org/officeDocument/2006/relationships/image" Target="../media/image4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43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43.jpg"/><Relationship Id="rId6" Type="http://schemas.openxmlformats.org/officeDocument/2006/relationships/image" Target="../media/image38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39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39.jpg"/><Relationship Id="rId6" Type="http://schemas.openxmlformats.org/officeDocument/2006/relationships/image" Target="../media/image4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47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47.jpg"/><Relationship Id="rId6" Type="http://schemas.openxmlformats.org/officeDocument/2006/relationships/image" Target="../media/image4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44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44.jpg"/><Relationship Id="rId6" Type="http://schemas.openxmlformats.org/officeDocument/2006/relationships/image" Target="../media/image5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45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45.jpg"/><Relationship Id="rId6" Type="http://schemas.openxmlformats.org/officeDocument/2006/relationships/image" Target="../media/image49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48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48.jpg"/><Relationship Id="rId6" Type="http://schemas.openxmlformats.org/officeDocument/2006/relationships/image" Target="../media/image50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5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5" Type="http://schemas.openxmlformats.org/officeDocument/2006/relationships/image" Target="../media/image51.jpg"/><Relationship Id="rId6" Type="http://schemas.openxmlformats.org/officeDocument/2006/relationships/image" Target="../media/image53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Relationship Id="rId5" Type="http://schemas.openxmlformats.org/officeDocument/2006/relationships/image" Target="../media/image6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Relationship Id="rId5" Type="http://schemas.openxmlformats.org/officeDocument/2006/relationships/image" Target="../media/image62.png"/><Relationship Id="rId6" Type="http://schemas.openxmlformats.org/officeDocument/2006/relationships/image" Target="../media/image6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Relationship Id="rId5" Type="http://schemas.openxmlformats.org/officeDocument/2006/relationships/image" Target="../media/image62.png"/><Relationship Id="rId6" Type="http://schemas.openxmlformats.org/officeDocument/2006/relationships/image" Target="../media/image60.png"/><Relationship Id="rId7" Type="http://schemas.openxmlformats.org/officeDocument/2006/relationships/image" Target="../media/image5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0.png"/><Relationship Id="rId8" Type="http://schemas.openxmlformats.org/officeDocument/2006/relationships/image" Target="../media/image5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Relationship Id="rId9" Type="http://schemas.openxmlformats.org/officeDocument/2006/relationships/image" Target="../media/image59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Relationship Id="rId10" Type="http://schemas.openxmlformats.org/officeDocument/2006/relationships/image" Target="../media/image59.png"/><Relationship Id="rId9" Type="http://schemas.openxmlformats.org/officeDocument/2006/relationships/image" Target="../media/image72.png"/><Relationship Id="rId5" Type="http://schemas.openxmlformats.org/officeDocument/2006/relationships/image" Target="../media/image63.png"/><Relationship Id="rId6" Type="http://schemas.openxmlformats.org/officeDocument/2006/relationships/image" Target="../media/image62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Relationship Id="rId11" Type="http://schemas.openxmlformats.org/officeDocument/2006/relationships/image" Target="../media/image59.png"/><Relationship Id="rId10" Type="http://schemas.openxmlformats.org/officeDocument/2006/relationships/image" Target="../media/image72.png"/><Relationship Id="rId9" Type="http://schemas.openxmlformats.org/officeDocument/2006/relationships/image" Target="../media/image60.png"/><Relationship Id="rId5" Type="http://schemas.openxmlformats.org/officeDocument/2006/relationships/image" Target="../media/image71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Relationship Id="rId8" Type="http://schemas.openxmlformats.org/officeDocument/2006/relationships/image" Target="../media/image6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Relationship Id="rId11" Type="http://schemas.openxmlformats.org/officeDocument/2006/relationships/image" Target="../media/image72.png"/><Relationship Id="rId10" Type="http://schemas.openxmlformats.org/officeDocument/2006/relationships/image" Target="../media/image60.png"/><Relationship Id="rId12" Type="http://schemas.openxmlformats.org/officeDocument/2006/relationships/image" Target="../media/image59.png"/><Relationship Id="rId9" Type="http://schemas.openxmlformats.org/officeDocument/2006/relationships/image" Target="../media/image61.png"/><Relationship Id="rId5" Type="http://schemas.openxmlformats.org/officeDocument/2006/relationships/image" Target="../media/image71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Relationship Id="rId8" Type="http://schemas.openxmlformats.org/officeDocument/2006/relationships/image" Target="../media/image79.png"/></Relationships>
</file>

<file path=ppt/slides/_rels/slide76.xml.rels><?xml version="1.0" encoding="UTF-8" standalone="yes"?><Relationships xmlns="http://schemas.openxmlformats.org/package/2006/relationships"><Relationship Id="rId11" Type="http://schemas.openxmlformats.org/officeDocument/2006/relationships/image" Target="../media/image89.png"/><Relationship Id="rId10" Type="http://schemas.openxmlformats.org/officeDocument/2006/relationships/image" Target="../media/image60.png"/><Relationship Id="rId13" Type="http://schemas.openxmlformats.org/officeDocument/2006/relationships/image" Target="../media/image59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7.png"/><Relationship Id="rId4" Type="http://schemas.openxmlformats.org/officeDocument/2006/relationships/image" Target="../media/image11.png"/><Relationship Id="rId9" Type="http://schemas.openxmlformats.org/officeDocument/2006/relationships/image" Target="../media/image61.png"/><Relationship Id="rId5" Type="http://schemas.openxmlformats.org/officeDocument/2006/relationships/image" Target="../media/image71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Relationship Id="rId8" Type="http://schemas.openxmlformats.org/officeDocument/2006/relationships/image" Target="../media/image7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8.jpg"/><Relationship Id="rId4" Type="http://schemas.openxmlformats.org/officeDocument/2006/relationships/image" Target="../media/image57.png"/><Relationship Id="rId5" Type="http://schemas.openxmlformats.org/officeDocument/2006/relationships/image" Target="../media/image70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8.jpg"/><Relationship Id="rId4" Type="http://schemas.openxmlformats.org/officeDocument/2006/relationships/image" Target="../media/image57.png"/><Relationship Id="rId5" Type="http://schemas.openxmlformats.org/officeDocument/2006/relationships/image" Target="../media/image74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8.jpg"/><Relationship Id="rId4" Type="http://schemas.openxmlformats.org/officeDocument/2006/relationships/image" Target="../media/image57.png"/><Relationship Id="rId5" Type="http://schemas.openxmlformats.org/officeDocument/2006/relationships/image" Target="../media/image7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8.jpg"/><Relationship Id="rId4" Type="http://schemas.openxmlformats.org/officeDocument/2006/relationships/image" Target="../media/image57.png"/><Relationship Id="rId5" Type="http://schemas.openxmlformats.org/officeDocument/2006/relationships/image" Target="../media/image75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8.jpg"/><Relationship Id="rId4" Type="http://schemas.openxmlformats.org/officeDocument/2006/relationships/image" Target="../media/image57.png"/><Relationship Id="rId5" Type="http://schemas.openxmlformats.org/officeDocument/2006/relationships/image" Target="../media/image70.png"/><Relationship Id="rId6" Type="http://schemas.openxmlformats.org/officeDocument/2006/relationships/image" Target="../media/image74.png"/><Relationship Id="rId7" Type="http://schemas.openxmlformats.org/officeDocument/2006/relationships/image" Target="../media/image73.png"/><Relationship Id="rId8" Type="http://schemas.openxmlformats.org/officeDocument/2006/relationships/image" Target="../media/image75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8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4.png"/><Relationship Id="rId10" Type="http://schemas.openxmlformats.org/officeDocument/2006/relationships/image" Target="../media/image87.png"/><Relationship Id="rId13" Type="http://schemas.openxmlformats.org/officeDocument/2006/relationships/image" Target="../media/image96.png"/><Relationship Id="rId1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97.png"/><Relationship Id="rId4" Type="http://schemas.openxmlformats.org/officeDocument/2006/relationships/image" Target="../media/image81.png"/><Relationship Id="rId9" Type="http://schemas.openxmlformats.org/officeDocument/2006/relationships/image" Target="../media/image91.png"/><Relationship Id="rId15" Type="http://schemas.openxmlformats.org/officeDocument/2006/relationships/image" Target="../media/image90.png"/><Relationship Id="rId14" Type="http://schemas.openxmlformats.org/officeDocument/2006/relationships/image" Target="../media/image93.png"/><Relationship Id="rId17" Type="http://schemas.openxmlformats.org/officeDocument/2006/relationships/image" Target="../media/image98.png"/><Relationship Id="rId16" Type="http://schemas.openxmlformats.org/officeDocument/2006/relationships/image" Target="../media/image99.png"/><Relationship Id="rId5" Type="http://schemas.openxmlformats.org/officeDocument/2006/relationships/image" Target="../media/image78.png"/><Relationship Id="rId19" Type="http://schemas.openxmlformats.org/officeDocument/2006/relationships/image" Target="../media/image100.png"/><Relationship Id="rId6" Type="http://schemas.openxmlformats.org/officeDocument/2006/relationships/image" Target="../media/image80.png"/><Relationship Id="rId18" Type="http://schemas.openxmlformats.org/officeDocument/2006/relationships/image" Target="../media/image73.png"/><Relationship Id="rId7" Type="http://schemas.openxmlformats.org/officeDocument/2006/relationships/image" Target="../media/image83.png"/><Relationship Id="rId8" Type="http://schemas.openxmlformats.org/officeDocument/2006/relationships/image" Target="../media/image82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7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7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7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8.png"/><Relationship Id="rId6" Type="http://schemas.openxmlformats.org/officeDocument/2006/relationships/image" Target="../media/image107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Relationship Id="rId90" Type="http://schemas.openxmlformats.org/officeDocument/2006/relationships/image" Target="../media/image_fea_qr_contado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1"/>
          <p:cNvGrpSpPr/>
          <p:nvPr/>
        </p:nvGrpSpPr>
        <p:grpSpPr>
          <a:xfrm>
            <a:off x="1354400" y="926384"/>
            <a:ext cx="4590975" cy="5005232"/>
            <a:chOff x="1354400" y="963525"/>
            <a:chExt cx="4590975" cy="5005232"/>
          </a:xfrm>
        </p:grpSpPr>
        <p:grpSp>
          <p:nvGrpSpPr>
            <p:cNvPr id="21" name="Google Shape;21;p1"/>
            <p:cNvGrpSpPr/>
            <p:nvPr/>
          </p:nvGrpSpPr>
          <p:grpSpPr>
            <a:xfrm>
              <a:off x="1354400" y="1778369"/>
              <a:ext cx="4590975" cy="1160400"/>
              <a:chOff x="1354400" y="1457500"/>
              <a:chExt cx="4590975" cy="1160400"/>
            </a:xfrm>
          </p:grpSpPr>
          <p:sp>
            <p:nvSpPr>
              <p:cNvPr id="22" name="Google Shape;22;p1"/>
              <p:cNvSpPr/>
              <p:nvPr/>
            </p:nvSpPr>
            <p:spPr>
              <a:xfrm>
                <a:off x="1354400" y="1457500"/>
                <a:ext cx="891600" cy="11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14284"/>
                  <a:buFont typeface="Arial"/>
                  <a:buNone/>
                </a:pPr>
                <a:r>
                  <a:rPr i="0" lang="en-US" sz="10000" u="none" cap="none" strike="noStrike">
                    <a:solidFill>
                      <a:srgbClr val="C99B5F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2</a:t>
                </a:r>
                <a:endParaRPr i="0" sz="10000" u="none" cap="none" strike="noStrike">
                  <a:solidFill>
                    <a:srgbClr val="C99B5F"/>
                  </a:solidFill>
                  <a:latin typeface="Zalando Sans SemiExpanded Medium"/>
                  <a:ea typeface="Zalando Sans SemiExpanded Medium"/>
                  <a:cs typeface="Zalando Sans SemiExpanded Medium"/>
                  <a:sym typeface="Zalando Sans SemiExpanded Medium"/>
                </a:endParaRPr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2394275" y="1571200"/>
                <a:ext cx="3551100" cy="93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449"/>
                  <a:buFont typeface="Titillium Web SemiBold"/>
                  <a:buNone/>
                </a:pPr>
                <a:r>
                  <a:rPr i="0" lang="en-US" sz="2349" u="none" cap="none" strike="noStrike">
                    <a:solidFill>
                      <a:schemeClr val="lt1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DÍAS DE </a:t>
                </a:r>
                <a:r>
                  <a:rPr i="0" lang="en-US" sz="2349" u="none" cap="none" strike="noStrike">
                    <a:solidFill>
                      <a:srgbClr val="4C8A6B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WORKSHOP </a:t>
                </a:r>
                <a:r>
                  <a:rPr i="0" lang="en-US" sz="2349" u="none" cap="none" strike="noStrike">
                    <a:solidFill>
                      <a:schemeClr val="lt1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PARA APRENDER:</a:t>
                </a:r>
                <a:endParaRPr i="0" sz="2349" u="none" cap="none" strike="noStrike">
                  <a:solidFill>
                    <a:schemeClr val="lt1"/>
                  </a:solidFill>
                  <a:latin typeface="Zalando Sans SemiExpanded Medium"/>
                  <a:ea typeface="Zalando Sans SemiExpanded Medium"/>
                  <a:cs typeface="Zalando Sans SemiExpanded Medium"/>
                  <a:sym typeface="Zalando Sans SemiExpanded Medium"/>
                </a:endParaRPr>
              </a:p>
            </p:txBody>
          </p:sp>
        </p:grpSp>
        <p:cxnSp>
          <p:nvCxnSpPr>
            <p:cNvPr id="24" name="Google Shape;24;p1"/>
            <p:cNvCxnSpPr/>
            <p:nvPr/>
          </p:nvCxnSpPr>
          <p:spPr>
            <a:xfrm>
              <a:off x="1354400" y="3209113"/>
              <a:ext cx="4353600" cy="0"/>
            </a:xfrm>
            <a:prstGeom prst="straightConnector1">
              <a:avLst/>
            </a:prstGeom>
            <a:noFill/>
            <a:ln cap="flat" cmpd="sng" w="9525">
              <a:solidFill>
                <a:srgbClr val="C99B5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5" name="Google Shape;25;p1"/>
            <p:cNvGrpSpPr/>
            <p:nvPr/>
          </p:nvGrpSpPr>
          <p:grpSpPr>
            <a:xfrm>
              <a:off x="1354410" y="3479457"/>
              <a:ext cx="4195307" cy="2489300"/>
              <a:chOff x="1354410" y="3479457"/>
              <a:chExt cx="4195307" cy="2489300"/>
            </a:xfrm>
          </p:grpSpPr>
          <p:sp>
            <p:nvSpPr>
              <p:cNvPr id="26" name="Google Shape;26;p1"/>
              <p:cNvSpPr/>
              <p:nvPr/>
            </p:nvSpPr>
            <p:spPr>
              <a:xfrm>
                <a:off x="1354410" y="3570969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01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2010917" y="3479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Relleno full face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con hasta 5 ml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1354410" y="4426959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02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2010917" y="4335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Técnicas actualizadas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1354410" y="5282945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03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2010917" y="5191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Manejo de complicaciones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</p:grpSp>
        <p:pic>
          <p:nvPicPr>
            <p:cNvPr id="32" name="Google Shape;32;p1" title="IFF5ml_Asset 64 1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54412" y="963525"/>
              <a:ext cx="1919375" cy="544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45a9ea68d_0_1299"/>
          <p:cNvSpPr/>
          <p:nvPr/>
        </p:nvSpPr>
        <p:spPr>
          <a:xfrm>
            <a:off x="4238650" y="803425"/>
            <a:ext cx="37146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5F"/>
              </a:buClr>
              <a:buSzPts val="2449"/>
              <a:buFont typeface="Titillium Web SemiBold"/>
              <a:buNone/>
            </a:pPr>
            <a:r>
              <a:rPr lang="en-US" sz="3049">
                <a:solidFill>
                  <a:schemeClr val="lt1"/>
                </a:solidFill>
                <a:latin typeface="Zalando Sans SemiExpanded Medium"/>
                <a:ea typeface="Zalando Sans SemiExpanded Medium"/>
                <a:cs typeface="Zalando Sans SemiExpanded Medium"/>
                <a:sym typeface="Zalando Sans SemiExpanded Medium"/>
              </a:rPr>
              <a:t>CRONOGRAMA</a:t>
            </a:r>
            <a:endParaRPr i="0" sz="3049" u="none" cap="none" strike="noStrike">
              <a:solidFill>
                <a:schemeClr val="lt1"/>
              </a:solidFill>
              <a:latin typeface="Zalando Sans SemiExpanded Medium"/>
              <a:ea typeface="Zalando Sans SemiExpanded Medium"/>
              <a:cs typeface="Zalando Sans SemiExpanded Medium"/>
              <a:sym typeface="Zalando Sans SemiExpanded Medium"/>
            </a:endParaRPr>
          </a:p>
        </p:txBody>
      </p:sp>
      <p:pic>
        <p:nvPicPr>
          <p:cNvPr id="39" name="Google Shape;39;g3f45a9ea68d_0_1299" title="IFF5ml_Asset 64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500" y="5526240"/>
            <a:ext cx="1861100" cy="52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f45a9ea68d_0_1299" title="THUMB [01]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875" y="1864725"/>
            <a:ext cx="5539220" cy="3115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g3f45a9ea68d_0_1299" title="THUMB [02]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6480" y="1864725"/>
            <a:ext cx="5539220" cy="3115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g3f45a9ea68d_0_2529"/>
          <p:cNvGrpSpPr/>
          <p:nvPr/>
        </p:nvGrpSpPr>
        <p:grpSpPr>
          <a:xfrm>
            <a:off x="1354400" y="926384"/>
            <a:ext cx="4590975" cy="5005232"/>
            <a:chOff x="1354400" y="963525"/>
            <a:chExt cx="4590975" cy="5005232"/>
          </a:xfrm>
        </p:grpSpPr>
        <p:grpSp>
          <p:nvGrpSpPr>
            <p:cNvPr id="48" name="Google Shape;48;g3f45a9ea68d_0_2529"/>
            <p:cNvGrpSpPr/>
            <p:nvPr/>
          </p:nvGrpSpPr>
          <p:grpSpPr>
            <a:xfrm>
              <a:off x="1354400" y="1778369"/>
              <a:ext cx="4590975" cy="1160400"/>
              <a:chOff x="1354400" y="1457500"/>
              <a:chExt cx="4590975" cy="1160400"/>
            </a:xfrm>
          </p:grpSpPr>
          <p:sp>
            <p:nvSpPr>
              <p:cNvPr id="49" name="Google Shape;49;g3f45a9ea68d_0_2529"/>
              <p:cNvSpPr/>
              <p:nvPr/>
            </p:nvSpPr>
            <p:spPr>
              <a:xfrm>
                <a:off x="1354400" y="1457500"/>
                <a:ext cx="891600" cy="11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14284"/>
                  <a:buFont typeface="Arial"/>
                  <a:buNone/>
                </a:pPr>
                <a:r>
                  <a:rPr i="0" lang="en-US" sz="10000" u="none" cap="none" strike="noStrike">
                    <a:solidFill>
                      <a:srgbClr val="C99B5F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2</a:t>
                </a:r>
                <a:endParaRPr i="0" sz="10000" u="none" cap="none" strike="noStrike">
                  <a:solidFill>
                    <a:srgbClr val="C99B5F"/>
                  </a:solidFill>
                  <a:latin typeface="Zalando Sans SemiExpanded Medium"/>
                  <a:ea typeface="Zalando Sans SemiExpanded Medium"/>
                  <a:cs typeface="Zalando Sans SemiExpanded Medium"/>
                  <a:sym typeface="Zalando Sans SemiExpanded Medium"/>
                </a:endParaRPr>
              </a:p>
            </p:txBody>
          </p:sp>
          <p:sp>
            <p:nvSpPr>
              <p:cNvPr id="50" name="Google Shape;50;g3f45a9ea68d_0_2529"/>
              <p:cNvSpPr/>
              <p:nvPr/>
            </p:nvSpPr>
            <p:spPr>
              <a:xfrm>
                <a:off x="2394275" y="1571200"/>
                <a:ext cx="3551100" cy="93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449"/>
                  <a:buFont typeface="Titillium Web SemiBold"/>
                  <a:buNone/>
                </a:pPr>
                <a:r>
                  <a:rPr i="0" lang="en-US" sz="2349" u="none" cap="none" strike="noStrike">
                    <a:solidFill>
                      <a:schemeClr val="lt1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DÍAS DE </a:t>
                </a:r>
                <a:r>
                  <a:rPr i="0" lang="en-US" sz="2349" u="none" cap="none" strike="noStrike">
                    <a:solidFill>
                      <a:srgbClr val="4C8A6B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WORKSHOP </a:t>
                </a:r>
                <a:r>
                  <a:rPr i="0" lang="en-US" sz="2349" u="none" cap="none" strike="noStrike">
                    <a:solidFill>
                      <a:schemeClr val="lt1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PARA APRENDER:</a:t>
                </a:r>
                <a:endParaRPr i="0" sz="2349" u="none" cap="none" strike="noStrike">
                  <a:solidFill>
                    <a:schemeClr val="lt1"/>
                  </a:solidFill>
                  <a:latin typeface="Zalando Sans SemiExpanded Medium"/>
                  <a:ea typeface="Zalando Sans SemiExpanded Medium"/>
                  <a:cs typeface="Zalando Sans SemiExpanded Medium"/>
                  <a:sym typeface="Zalando Sans SemiExpanded Medium"/>
                </a:endParaRPr>
              </a:p>
            </p:txBody>
          </p:sp>
        </p:grpSp>
        <p:cxnSp>
          <p:nvCxnSpPr>
            <p:cNvPr id="51" name="Google Shape;51;g3f45a9ea68d_0_2529"/>
            <p:cNvCxnSpPr/>
            <p:nvPr/>
          </p:nvCxnSpPr>
          <p:spPr>
            <a:xfrm>
              <a:off x="1354400" y="3209113"/>
              <a:ext cx="4353600" cy="0"/>
            </a:xfrm>
            <a:prstGeom prst="straightConnector1">
              <a:avLst/>
            </a:prstGeom>
            <a:noFill/>
            <a:ln cap="flat" cmpd="sng" w="9525">
              <a:solidFill>
                <a:srgbClr val="C99B5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2" name="Google Shape;52;g3f45a9ea68d_0_2529"/>
            <p:cNvGrpSpPr/>
            <p:nvPr/>
          </p:nvGrpSpPr>
          <p:grpSpPr>
            <a:xfrm>
              <a:off x="1354410" y="3479457"/>
              <a:ext cx="4195307" cy="2489300"/>
              <a:chOff x="1354410" y="3479457"/>
              <a:chExt cx="4195307" cy="2489300"/>
            </a:xfrm>
          </p:grpSpPr>
          <p:sp>
            <p:nvSpPr>
              <p:cNvPr id="53" name="Google Shape;53;g3f45a9ea68d_0_2529"/>
              <p:cNvSpPr/>
              <p:nvPr/>
            </p:nvSpPr>
            <p:spPr>
              <a:xfrm>
                <a:off x="1354410" y="3570969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01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54" name="Google Shape;54;g3f45a9ea68d_0_2529"/>
              <p:cNvSpPr/>
              <p:nvPr/>
            </p:nvSpPr>
            <p:spPr>
              <a:xfrm>
                <a:off x="2010917" y="3479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Relleno full face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con hasta 5 ml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  <p:sp>
            <p:nvSpPr>
              <p:cNvPr id="55" name="Google Shape;55;g3f45a9ea68d_0_2529"/>
              <p:cNvSpPr/>
              <p:nvPr/>
            </p:nvSpPr>
            <p:spPr>
              <a:xfrm>
                <a:off x="1354410" y="4426959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02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56" name="Google Shape;56;g3f45a9ea68d_0_2529"/>
              <p:cNvSpPr/>
              <p:nvPr/>
            </p:nvSpPr>
            <p:spPr>
              <a:xfrm>
                <a:off x="2010917" y="4335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Técnicas actualizadas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  <p:sp>
            <p:nvSpPr>
              <p:cNvPr id="57" name="Google Shape;57;g3f45a9ea68d_0_2529"/>
              <p:cNvSpPr/>
              <p:nvPr/>
            </p:nvSpPr>
            <p:spPr>
              <a:xfrm>
                <a:off x="1354410" y="5282945"/>
                <a:ext cx="594300" cy="5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99B5F"/>
                  </a:buClr>
                  <a:buSzPts val="2200"/>
                  <a:buFont typeface="Arial"/>
                  <a:buNone/>
                </a:pPr>
                <a:r>
                  <a:rPr i="0" lang="en-US" sz="2200" u="none" cap="none" strike="noStrike">
                    <a:solidFill>
                      <a:srgbClr val="C99B5F"/>
                    </a:solidFill>
                    <a:latin typeface="Titillium Web Light"/>
                    <a:ea typeface="Titillium Web Light"/>
                    <a:cs typeface="Titillium Web Light"/>
                    <a:sym typeface="Titillium Web Light"/>
                  </a:rPr>
                  <a:t>03</a:t>
                </a:r>
                <a:endParaRPr i="0" sz="2200" u="none" cap="none" strike="noStrike">
                  <a:solidFill>
                    <a:srgbClr val="C99B5F"/>
                  </a:solidFill>
                  <a:latin typeface="Titillium Web Light"/>
                  <a:ea typeface="Titillium Web Light"/>
                  <a:cs typeface="Titillium Web Light"/>
                  <a:sym typeface="Titillium Web Light"/>
                </a:endParaRPr>
              </a:p>
            </p:txBody>
          </p:sp>
          <p:sp>
            <p:nvSpPr>
              <p:cNvPr id="58" name="Google Shape;58;g3f45a9ea68d_0_2529"/>
              <p:cNvSpPr/>
              <p:nvPr/>
            </p:nvSpPr>
            <p:spPr>
              <a:xfrm>
                <a:off x="2010917" y="5191457"/>
                <a:ext cx="3538800" cy="7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FE3CE"/>
                  </a:buClr>
                  <a:buSzPts val="1500"/>
                  <a:buFont typeface="Titillium Web"/>
                  <a:buNone/>
                </a:pPr>
                <a:r>
                  <a:rPr i="0" lang="en-US" sz="2000" u="none" cap="none" strike="noStrike">
                    <a:solidFill>
                      <a:schemeClr val="lt1"/>
                    </a:solidFill>
                    <a:latin typeface="Zalando Sans SemiExpanded Light"/>
                    <a:ea typeface="Zalando Sans SemiExpanded Light"/>
                    <a:cs typeface="Zalando Sans SemiExpanded Light"/>
                    <a:sym typeface="Zalando Sans SemiExpanded Light"/>
                  </a:rPr>
                  <a:t>Manejo de complicaciones</a:t>
                </a:r>
                <a:endParaRPr i="0" sz="2000" u="none" cap="none" strike="noStrike">
                  <a:solidFill>
                    <a:schemeClr val="lt1"/>
                  </a:solidFill>
                  <a:latin typeface="Zalando Sans SemiExpanded Light"/>
                  <a:ea typeface="Zalando Sans SemiExpanded Light"/>
                  <a:cs typeface="Zalando Sans SemiExpanded Light"/>
                  <a:sym typeface="Zalando Sans SemiExpanded Light"/>
                </a:endParaRPr>
              </a:p>
            </p:txBody>
          </p:sp>
        </p:grpSp>
        <p:pic>
          <p:nvPicPr>
            <p:cNvPr id="59" name="Google Shape;59;g3f45a9ea68d_0_2529" title="IFF5ml_Asset 64 1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54412" y="963525"/>
              <a:ext cx="1919375" cy="544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g3f45a9ea68d_0_1325" title="CAPA 2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f45a9ea68d_0_1330" title="CAPA 2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f45a9ea68d_0_1330" title="CAPA 1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g3f45a9ea68d_0_1336" title="CAPA 0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f45a9ea68d_0_1341" title="IFF5ml_Asset 64 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4687" y="4441875"/>
            <a:ext cx="1919375" cy="5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f45a9ea68d_0_1341" title="adobe-express-qr-code-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2063" y="1606367"/>
            <a:ext cx="3645250" cy="3645250"/>
          </a:xfrm>
          <a:prstGeom prst="rect">
            <a:avLst/>
          </a:prstGeom>
          <a:solidFill>
            <a:srgbClr val="FFFFFF">
              <a:alpha val="94900"/>
            </a:srgbClr>
          </a:solidFill>
          <a:ln cap="flat" cmpd="sng" w="15225">
            <a:solidFill>
              <a:srgbClr val="C99B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</p:pic>
      <p:sp>
        <p:nvSpPr>
          <p:cNvPr id="86" name="Google Shape;86;g3f45a9ea68d_0_1341"/>
          <p:cNvSpPr/>
          <p:nvPr/>
        </p:nvSpPr>
        <p:spPr>
          <a:xfrm>
            <a:off x="1954688" y="1871625"/>
            <a:ext cx="38460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5F"/>
              </a:buClr>
              <a:buSzPts val="2449"/>
              <a:buFont typeface="Titillium Web SemiBold"/>
              <a:buNone/>
            </a:pPr>
            <a:r>
              <a:rPr lang="en-US" sz="4249">
                <a:solidFill>
                  <a:schemeClr val="lt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ACCEDE AL </a:t>
            </a:r>
            <a:r>
              <a:rPr lang="en-US" sz="4249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MATERIAL</a:t>
            </a:r>
            <a:r>
              <a:rPr lang="en-US" sz="4249">
                <a:solidFill>
                  <a:srgbClr val="4C8A6B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</a:t>
            </a:r>
            <a:r>
              <a:rPr lang="en-US" sz="4249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DIDÁCTICO:</a:t>
            </a:r>
            <a:endParaRPr i="0" sz="4249" u="none" cap="none" strike="noStrike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f45a9ea68d_0_1352" title="DR JOA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33837" y="0"/>
            <a:ext cx="12659674" cy="7121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g3f45a9ea68d_0_1352"/>
          <p:cNvGrpSpPr/>
          <p:nvPr/>
        </p:nvGrpSpPr>
        <p:grpSpPr>
          <a:xfrm>
            <a:off x="677460" y="399663"/>
            <a:ext cx="5932715" cy="6058675"/>
            <a:chOff x="601868" y="415650"/>
            <a:chExt cx="5932715" cy="6058675"/>
          </a:xfrm>
        </p:grpSpPr>
        <p:sp>
          <p:nvSpPr>
            <p:cNvPr id="99" name="Google Shape;99;g3f45a9ea68d_0_1352"/>
            <p:cNvSpPr/>
            <p:nvPr/>
          </p:nvSpPr>
          <p:spPr>
            <a:xfrm>
              <a:off x="601868" y="1411604"/>
              <a:ext cx="4853100" cy="12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1C1C"/>
                </a:buClr>
                <a:buSzPts val="2600"/>
                <a:buFont typeface="Arial"/>
                <a:buNone/>
              </a:pPr>
              <a:r>
                <a:rPr i="0" lang="en-US" sz="2500" u="none" cap="none" strike="noStrike">
                  <a:solidFill>
                    <a:srgbClr val="1C1C1C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Para un mejor </a:t>
              </a:r>
              <a:r>
                <a:rPr i="0" lang="en-US" sz="2500" u="none" cap="none" strike="noStrike">
                  <a:solidFill>
                    <a:srgbClr val="4C8A6B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aprovechamiento de la clase</a:t>
              </a:r>
              <a:r>
                <a:rPr i="0" lang="en-US" sz="2500" u="none" cap="none" strike="noStrike">
                  <a:solidFill>
                    <a:srgbClr val="1C1C1C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, recuerda:</a:t>
              </a:r>
              <a:endParaRPr i="0" sz="2500" u="none" cap="none" strike="noStrike">
                <a:solidFill>
                  <a:srgbClr val="1C1C1C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00" name="Google Shape;100;g3f45a9ea68d_0_1352" title="Layer_1-2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5795" y="415650"/>
              <a:ext cx="2258048" cy="6405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" name="Google Shape;101;g3f45a9ea68d_0_1352"/>
            <p:cNvGrpSpPr/>
            <p:nvPr/>
          </p:nvGrpSpPr>
          <p:grpSpPr>
            <a:xfrm>
              <a:off x="685783" y="3052487"/>
              <a:ext cx="5848800" cy="2800050"/>
              <a:chOff x="685783" y="3065417"/>
              <a:chExt cx="5848800" cy="2800050"/>
            </a:xfrm>
          </p:grpSpPr>
          <p:sp>
            <p:nvSpPr>
              <p:cNvPr id="102" name="Google Shape;102;g3f45a9ea68d_0_1352"/>
              <p:cNvSpPr/>
              <p:nvPr/>
            </p:nvSpPr>
            <p:spPr>
              <a:xfrm>
                <a:off x="685783" y="3065417"/>
                <a:ext cx="58488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C1C1C"/>
                  </a:buClr>
                  <a:buSzPts val="1852"/>
                  <a:buFont typeface="Titillium Web SemiBold"/>
                  <a:buNone/>
                </a:pPr>
                <a:r>
                  <a:rPr i="0" lang="en-US" sz="1852" u="none" cap="none" strike="noStrike">
                    <a:solidFill>
                      <a:srgbClr val="1C1C1C"/>
                    </a:solidFill>
                    <a:latin typeface="Zalando Sans SemiExpanded"/>
                    <a:ea typeface="Zalando Sans SemiExpanded"/>
                    <a:cs typeface="Zalando Sans SemiExpanded"/>
                    <a:sym typeface="Zalando Sans SemiExpanded"/>
                  </a:rPr>
                  <a:t>Tener papel y bolígrafo</a:t>
                </a:r>
                <a:endParaRPr i="0" sz="1852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endParaRPr>
              </a:p>
            </p:txBody>
          </p:sp>
          <p:sp>
            <p:nvSpPr>
              <p:cNvPr id="103" name="Google Shape;103;g3f45a9ea68d_0_1352"/>
              <p:cNvSpPr/>
              <p:nvPr/>
            </p:nvSpPr>
            <p:spPr>
              <a:xfrm>
                <a:off x="685783" y="3791866"/>
                <a:ext cx="58488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C1C1C"/>
                  </a:buClr>
                  <a:buSzPts val="1852"/>
                  <a:buFont typeface="Titillium Web SemiBold"/>
                  <a:buNone/>
                </a:pPr>
                <a:r>
                  <a:rPr i="0" lang="en-US" sz="1852" u="none" cap="none" strike="noStrike">
                    <a:solidFill>
                      <a:srgbClr val="1C1C1C"/>
                    </a:solidFill>
                    <a:latin typeface="Zalando Sans SemiExpanded"/>
                    <a:ea typeface="Zalando Sans SemiExpanded"/>
                    <a:cs typeface="Zalando Sans SemiExpanded"/>
                    <a:sym typeface="Zalando Sans SemiExpanded"/>
                  </a:rPr>
                  <a:t>Tener una botella de agua</a:t>
                </a:r>
                <a:endParaRPr i="0" sz="1852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endParaRPr>
              </a:p>
            </p:txBody>
          </p:sp>
          <p:sp>
            <p:nvSpPr>
              <p:cNvPr id="104" name="Google Shape;104;g3f45a9ea68d_0_1352"/>
              <p:cNvSpPr/>
              <p:nvPr/>
            </p:nvSpPr>
            <p:spPr>
              <a:xfrm>
                <a:off x="685783" y="4518316"/>
                <a:ext cx="58488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52"/>
                  <a:buFont typeface="Arial"/>
                  <a:buNone/>
                </a:pPr>
                <a:r>
                  <a:rPr i="0" lang="en-US" sz="1852" u="none" cap="none" strike="noStrike">
                    <a:solidFill>
                      <a:schemeClr val="dk1"/>
                    </a:solidFill>
                    <a:latin typeface="Zalando Sans SemiExpanded"/>
                    <a:ea typeface="Zalando Sans SemiExpanded"/>
                    <a:cs typeface="Zalando Sans SemiExpanded"/>
                    <a:sym typeface="Zalando Sans SemiExpanded"/>
                  </a:rPr>
                  <a:t>Eliminar distracciones (WhatsApp, Instagram, etc.)</a:t>
                </a:r>
                <a:endParaRPr i="0" sz="1852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endParaRPr>
              </a:p>
            </p:txBody>
          </p:sp>
          <p:sp>
            <p:nvSpPr>
              <p:cNvPr id="105" name="Google Shape;105;g3f45a9ea68d_0_1352"/>
              <p:cNvSpPr/>
              <p:nvPr/>
            </p:nvSpPr>
            <p:spPr>
              <a:xfrm>
                <a:off x="685791" y="5244767"/>
                <a:ext cx="5675400" cy="6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52"/>
                  <a:buFont typeface="Arial"/>
                  <a:buNone/>
                </a:pPr>
                <a:r>
                  <a:rPr i="0" lang="en-US" sz="1852" u="none" cap="none" strike="noStrike">
                    <a:solidFill>
                      <a:schemeClr val="dk1"/>
                    </a:solidFill>
                    <a:latin typeface="Zalando Sans SemiExpanded"/>
                    <a:ea typeface="Zalando Sans SemiExpanded"/>
                    <a:cs typeface="Zalando Sans SemiExpanded"/>
                    <a:sym typeface="Zalando Sans SemiExpanded"/>
                  </a:rPr>
                  <a:t>Si es posible, mírala en el televisor,</a:t>
                </a:r>
                <a:endParaRPr i="0" sz="1852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52"/>
                  <a:buFont typeface="Arial"/>
                  <a:buNone/>
                </a:pPr>
                <a:r>
                  <a:rPr i="0" lang="en-US" sz="1852" u="none" cap="none" strike="noStrike">
                    <a:solidFill>
                      <a:schemeClr val="dk1"/>
                    </a:solidFill>
                    <a:latin typeface="Zalando Sans SemiExpanded"/>
                    <a:ea typeface="Zalando Sans SemiExpanded"/>
                    <a:cs typeface="Zalando Sans SemiExpanded"/>
                    <a:sym typeface="Zalando Sans SemiExpanded"/>
                  </a:rPr>
                  <a:t>la experiencia es aún mejor</a:t>
                </a:r>
                <a:endParaRPr i="0" sz="1852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endParaRPr>
              </a:p>
            </p:txBody>
          </p:sp>
          <p:cxnSp>
            <p:nvCxnSpPr>
              <p:cNvPr id="106" name="Google Shape;106;g3f45a9ea68d_0_1352"/>
              <p:cNvCxnSpPr/>
              <p:nvPr/>
            </p:nvCxnSpPr>
            <p:spPr>
              <a:xfrm>
                <a:off x="685800" y="3620650"/>
                <a:ext cx="4709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99B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g3f45a9ea68d_0_1352"/>
              <p:cNvCxnSpPr/>
              <p:nvPr/>
            </p:nvCxnSpPr>
            <p:spPr>
              <a:xfrm>
                <a:off x="685800" y="4347100"/>
                <a:ext cx="4709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99B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g3f45a9ea68d_0_1352"/>
              <p:cNvCxnSpPr/>
              <p:nvPr/>
            </p:nvCxnSpPr>
            <p:spPr>
              <a:xfrm>
                <a:off x="685800" y="5073550"/>
                <a:ext cx="4709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99B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9" name="Google Shape;109;g3f45a9ea68d_0_1352"/>
            <p:cNvGrpSpPr/>
            <p:nvPr/>
          </p:nvGrpSpPr>
          <p:grpSpPr>
            <a:xfrm>
              <a:off x="685800" y="6207925"/>
              <a:ext cx="3598525" cy="266400"/>
              <a:chOff x="685800" y="6207925"/>
              <a:chExt cx="3598525" cy="266400"/>
            </a:xfrm>
          </p:grpSpPr>
          <p:sp>
            <p:nvSpPr>
              <p:cNvPr id="110" name="Google Shape;110;g3f45a9ea68d_0_1352"/>
              <p:cNvSpPr/>
              <p:nvPr/>
            </p:nvSpPr>
            <p:spPr>
              <a:xfrm>
                <a:off x="809725" y="6207925"/>
                <a:ext cx="3474600" cy="26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700"/>
                  <a:buFont typeface="Titillium Web SemiBold"/>
                  <a:buNone/>
                </a:pPr>
                <a:r>
                  <a:rPr i="0" lang="en-US" sz="1700" u="none" cap="none" strike="noStrike">
                    <a:solidFill>
                      <a:srgbClr val="C9A44A"/>
                    </a:solidFill>
                    <a:latin typeface="Zalando Sans SemiExpanded Medium"/>
                    <a:ea typeface="Zalando Sans SemiExpanded Medium"/>
                    <a:cs typeface="Zalando Sans SemiExpanded Medium"/>
                    <a:sym typeface="Zalando Sans SemiExpanded Medium"/>
                  </a:rPr>
                  <a:t>COMENZAMOS EN 09:59</a:t>
                </a:r>
                <a:endParaRPr i="0" sz="1700" u="none" cap="none" strike="noStrike">
                  <a:solidFill>
                    <a:srgbClr val="C9A44A"/>
                  </a:solidFill>
                  <a:latin typeface="Zalando Sans SemiExpanded Medium"/>
                  <a:ea typeface="Zalando Sans SemiExpanded Medium"/>
                  <a:cs typeface="Zalando Sans SemiExpanded Medium"/>
                  <a:sym typeface="Zalando Sans SemiExpanded Medium"/>
                </a:endParaRPr>
              </a:p>
            </p:txBody>
          </p:sp>
          <p:cxnSp>
            <p:nvCxnSpPr>
              <p:cNvPr id="111" name="Google Shape;111;g3f45a9ea68d_0_1352"/>
              <p:cNvCxnSpPr/>
              <p:nvPr/>
            </p:nvCxnSpPr>
            <p:spPr>
              <a:xfrm rot="10800000">
                <a:off x="685800" y="6207925"/>
                <a:ext cx="0" cy="266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99B5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45a9ea68d_0_1371"/>
          <p:cNvSpPr txBox="1"/>
          <p:nvPr/>
        </p:nvSpPr>
        <p:spPr>
          <a:xfrm>
            <a:off x="371850" y="1377925"/>
            <a:ext cx="6171600" cy="25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Domina las técnicas de un </a:t>
            </a:r>
            <a:r>
              <a:rPr b="1" i="0" lang="en-US" sz="3600" u="none" cap="none" strike="noStrike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Injector</a:t>
            </a:r>
            <a:r>
              <a:rPr b="1" i="0" lang="en-US" sz="3600" u="none" cap="none" strike="noStrike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de Élite</a:t>
            </a:r>
            <a:r>
              <a:rPr b="0" i="0" lang="en-US" sz="36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y realiza relleno </a:t>
            </a:r>
            <a:r>
              <a:rPr b="1" i="0" lang="en-US" sz="3600" u="none" cap="none" strike="noStrike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con menos de 5 ml</a:t>
            </a:r>
            <a:endParaRPr b="1" i="0" sz="3600" u="none" cap="none" strike="noStrike">
              <a:solidFill>
                <a:srgbClr val="6D25B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17" name="Google Shape;117;g3f45a9ea68d_0_1371"/>
          <p:cNvSpPr txBox="1"/>
          <p:nvPr/>
        </p:nvSpPr>
        <p:spPr>
          <a:xfrm>
            <a:off x="371850" y="4435725"/>
            <a:ext cx="55779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Aprende a entregar </a:t>
            </a:r>
            <a:r>
              <a:rPr b="1" i="0" lang="en-US" sz="2000" u="none" cap="none" strike="no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mucho resultado</a:t>
            </a:r>
            <a:r>
              <a:rPr b="0" i="0" lang="en-US" sz="2000" u="none" cap="none" strike="no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con poco material y conviértete en una </a:t>
            </a:r>
            <a:r>
              <a:rPr b="1" i="0" lang="en-US" sz="2000" u="none" cap="none" strike="no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referencia en rellenos</a:t>
            </a:r>
            <a:endParaRPr b="1" i="0" sz="2000" u="none" cap="none" strike="noStrike">
              <a:solidFill>
                <a:srgbClr val="434343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18" name="Google Shape;118;g3f45a9ea68d_0_1371"/>
          <p:cNvCxnSpPr/>
          <p:nvPr/>
        </p:nvCxnSpPr>
        <p:spPr>
          <a:xfrm>
            <a:off x="524650" y="4092207"/>
            <a:ext cx="244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9" name="Google Shape;119;g3f45a9ea68d_0_1371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211" y="201775"/>
            <a:ext cx="1312026" cy="131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f3b827e745_0_0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3150" y="5890075"/>
            <a:ext cx="1682150" cy="6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f3ae162e70_0_0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f3ae162e70_0_0" title="selo-mec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162" y="2632350"/>
            <a:ext cx="3619676" cy="159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1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f45a9ea68d_0_1378" title="1. SN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625" y="1151453"/>
            <a:ext cx="7342726" cy="499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f45a9ea68d_0_1378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625" y="489429"/>
            <a:ext cx="1145699" cy="467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45a9ea68d_0_1383"/>
          <p:cNvSpPr txBox="1"/>
          <p:nvPr/>
        </p:nvSpPr>
        <p:spPr>
          <a:xfrm>
            <a:off x="6249975" y="1526600"/>
            <a:ext cx="3392400" cy="3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DISPOSITIVO: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Cánula 22G o 25G 50 mm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Imagen 1:</a:t>
            </a:r>
            <a:endParaRPr b="1" i="0" sz="1800" u="none" cap="none" strike="noStrike">
              <a:solidFill>
                <a:srgbClr val="6A448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punto de entrada en el punto más inferior donde se presenta la arruga estática. Despegar el tejido en la región marcada hasta lograr una mejora visual de la profundidad.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42" name="Google Shape;142;g3f45a9ea68d_0_1383" title="2. SNL.png"/>
          <p:cNvPicPr preferRelativeResize="0"/>
          <p:nvPr/>
        </p:nvPicPr>
        <p:blipFill rotWithShape="1">
          <a:blip r:embed="rId3">
            <a:alphaModFix/>
          </a:blip>
          <a:srcRect b="6870" l="21089" r="52114" t="7145"/>
          <a:stretch/>
        </p:blipFill>
        <p:spPr>
          <a:xfrm>
            <a:off x="2661574" y="674804"/>
            <a:ext cx="3139512" cy="566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f45a9ea68d_0_1383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45a9ea68d_0_1389"/>
          <p:cNvSpPr txBox="1"/>
          <p:nvPr/>
        </p:nvSpPr>
        <p:spPr>
          <a:xfrm>
            <a:off x="6249975" y="1526600"/>
            <a:ext cx="33924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Imagen 2:</a:t>
            </a:r>
            <a:br>
              <a:rPr b="1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observa la diferencia entre la imagen 1 y la imagen 2: en esta imagen el punto de entrada está más abajo debido a la anatomía de la paciente.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CAPA:</a:t>
            </a:r>
            <a:br>
              <a:rPr b="1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Hipodermis superficial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Sugerencia de 1 a 3 mm de profundidad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49" name="Google Shape;149;g3f45a9ea68d_0_1389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f45a9ea68d_0_1389" title="3. SNL.png"/>
          <p:cNvPicPr preferRelativeResize="0"/>
          <p:nvPr/>
        </p:nvPicPr>
        <p:blipFill rotWithShape="1">
          <a:blip r:embed="rId4">
            <a:alphaModFix/>
          </a:blip>
          <a:srcRect b="5630" l="19152" r="53006" t="5434"/>
          <a:stretch/>
        </p:blipFill>
        <p:spPr>
          <a:xfrm>
            <a:off x="2667378" y="690473"/>
            <a:ext cx="3149876" cy="56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45a9ea68d_0_1395"/>
          <p:cNvSpPr txBox="1"/>
          <p:nvPr/>
        </p:nvSpPr>
        <p:spPr>
          <a:xfrm>
            <a:off x="6249975" y="933488"/>
            <a:ext cx="4594200" cy="51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DISPOSITIVO:</a:t>
            </a:r>
            <a:br>
              <a:rPr b="1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Aguja 22G o 25G</a:t>
            </a:r>
            <a:endParaRPr b="0" i="0" sz="1500" u="none" cap="none" strike="noStrike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Imagen 1:</a:t>
            </a:r>
            <a:endParaRPr b="1" i="0" sz="1500" u="none" cap="none" strike="noStrike">
              <a:solidFill>
                <a:srgbClr val="6A448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introducir la aguja a 90 grados en dirección al hueso hasta tocar el periostio. Se puede realizar una aspiración y aplicar siempre en bolo, sin separarse del hueso. Esta técnica debe ser complementaria a la superficial, ya que no trata arrugas estáticas y tendrá mayor capacidad de proyección anterior en pacientes con gran profundidad en la fosa piriforme.</a:t>
            </a:r>
            <a:endParaRPr b="0" i="0" sz="1500" u="none" cap="none" strike="noStrike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5316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Precaución con aguja: </a:t>
            </a:r>
            <a:r>
              <a:rPr b="0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nunca realizar retroinyección con aguja</a:t>
            </a:r>
            <a:endParaRPr b="0" i="0" sz="1500" u="none" cap="none" strike="noStrike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CAPA:</a:t>
            </a:r>
            <a:br>
              <a:rPr b="1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Supraperióstica en bolo</a:t>
            </a:r>
            <a:endParaRPr b="0" i="0" sz="1500" u="none" cap="none" strike="noStrike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56" name="Google Shape;156;g3f45a9ea68d_0_1395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f45a9ea68d_0_1395" title="4. SNL.png"/>
          <p:cNvPicPr preferRelativeResize="0"/>
          <p:nvPr/>
        </p:nvPicPr>
        <p:blipFill rotWithShape="1">
          <a:blip r:embed="rId4">
            <a:alphaModFix/>
          </a:blip>
          <a:srcRect b="5618" l="13360" r="58910" t="5902"/>
          <a:stretch/>
        </p:blipFill>
        <p:spPr>
          <a:xfrm>
            <a:off x="2689500" y="702911"/>
            <a:ext cx="3149876" cy="562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f45a9ea68d_0_1401" title="duplo2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7980"/>
            <a:ext cx="12192000" cy="711398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f45a9ea68d_0_1401"/>
          <p:cNvSpPr txBox="1"/>
          <p:nvPr/>
        </p:nvSpPr>
        <p:spPr>
          <a:xfrm>
            <a:off x="3081900" y="1761463"/>
            <a:ext cx="6028200" cy="3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A448A"/>
                </a:solidFill>
                <a:latin typeface="Zalando Sans SemiExpanded Black"/>
                <a:ea typeface="Zalando Sans SemiExpanded Black"/>
                <a:cs typeface="Zalando Sans SemiExpanded Black"/>
                <a:sym typeface="Zalando Sans SemiExpanded Black"/>
              </a:rPr>
              <a:t>SUGERENCIA:</a:t>
            </a:r>
            <a:endParaRPr b="0" i="0" sz="1800" u="none" cap="none" strike="noStrike">
              <a:solidFill>
                <a:srgbClr val="6A448A"/>
              </a:solidFill>
              <a:latin typeface="Zalando Sans SemiExpanded Black"/>
              <a:ea typeface="Zalando Sans SemiExpanded Black"/>
              <a:cs typeface="Zalando Sans SemiExpanded Black"/>
              <a:sym typeface="Zalando Sans SemiExpanded Black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Mi sugerencia es priorizar el relleno superficial con cánula, ya que se utiliza menos material y es posible entregar un resultado más satisfactorio.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El uso de la aguja supraperióstica en bolo busca una proyección anterior más voluminosa, por lo que lo indico en casos en que el paciente presenta un gran espacio vacío y profundo en la fosa piriforme (espacio virtual al lado del ala nasal).</a:t>
            </a:r>
            <a:endParaRPr b="0" i="0" sz="1800" u="none" cap="none" strike="noStrike">
              <a:solidFill>
                <a:srgbClr val="000000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64" name="Google Shape;164;g3f45a9ea68d_0_1401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f45a9ea68d_0_140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g3f45a9ea68d_0_140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171" name="Google Shape;171;g3f45a9ea68d_0_140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72" name="Google Shape;172;g3f45a9ea68d_0_140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73" name="Google Shape;173;g3f45a9ea68d_0_140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f45a9ea68d_0_1415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g3f45a9ea68d_0_1415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180" name="Google Shape;180;g3f45a9ea68d_0_1415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81" name="Google Shape;181;g3f45a9ea68d_0_1415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82" name="Google Shape;182;g3f45a9ea68d_0_1415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183" name="Google Shape;183;g3f45a9ea68d_0_1415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84" name="Google Shape;184;g3f45a9ea68d_0_1415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85" name="Google Shape;185;g3f45a9ea68d_0_1415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g3f45a9ea68d_0_1415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f45a9ea68d_0_142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g3f45a9ea68d_0_142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193" name="Google Shape;193;g3f45a9ea68d_0_142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94" name="Google Shape;194;g3f45a9ea68d_0_142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95" name="Google Shape;195;g3f45a9ea68d_0_142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196" name="Google Shape;196;g3f45a9ea68d_0_142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97" name="Google Shape;197;g3f45a9ea68d_0_142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98" name="Google Shape;198;g3f45a9ea68d_0_142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g3f45a9ea68d_0_142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0" name="Google Shape;200;g3f45a9ea68d_0_142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201" name="Google Shape;201;g3f45a9ea68d_0_142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02" name="Google Shape;202;g3f45a9ea68d_0_142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203" name="Google Shape;203;g3f45a9ea68d_0_142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3f45a9ea68d_0_144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g3f45a9ea68d_0_144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210" name="Google Shape;210;g3f45a9ea68d_0_144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11" name="Google Shape;211;g3f45a9ea68d_0_144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12" name="Google Shape;212;g3f45a9ea68d_0_144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213" name="Google Shape;213;g3f45a9ea68d_0_144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14" name="Google Shape;214;g3f45a9ea68d_0_144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15" name="Google Shape;215;g3f45a9ea68d_0_144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216" name="Google Shape;216;g3f45a9ea68d_0_144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17" name="Google Shape;217;g3f45a9ea68d_0_144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18" name="Google Shape;218;g3f45a9ea68d_0_144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219" name="Google Shape;219;g3f45a9ea68d_0_144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20" name="Google Shape;220;g3f45a9ea68d_0_144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221" name="Google Shape;221;g3f45a9ea68d_0_144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g3f45a9ea68d_0_144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g3f45a9ea68d_0_144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g3f45a9ea68d_0_144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f45a9ea68d_0_146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g3f45a9ea68d_0_146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231" name="Google Shape;231;g3f45a9ea68d_0_146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32" name="Google Shape;232;g3f45a9ea68d_0_146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33" name="Google Shape;233;g3f45a9ea68d_0_146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234" name="Google Shape;234;g3f45a9ea68d_0_146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35" name="Google Shape;235;g3f45a9ea68d_0_146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36" name="Google Shape;236;g3f45a9ea68d_0_146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237" name="Google Shape;237;g3f45a9ea68d_0_146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38" name="Google Shape;238;g3f45a9ea68d_0_146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39" name="Google Shape;239;g3f45a9ea68d_0_146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240" name="Google Shape;240;g3f45a9ea68d_0_146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41" name="Google Shape;241;g3f45a9ea68d_0_146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42" name="Google Shape;242;g3f45a9ea68d_0_1463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243" name="Google Shape;243;g3f45a9ea68d_0_1463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44" name="Google Shape;244;g3f45a9ea68d_0_1463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245" name="Google Shape;245;g3f45a9ea68d_0_146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g3f45a9ea68d_0_146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g3f45a9ea68d_0_146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g3f45a9ea68d_0_146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g3f45a9ea68d_0_1463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3f45a9ea68d_0_148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g3f45a9ea68d_0_148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256" name="Google Shape;256;g3f45a9ea68d_0_148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57" name="Google Shape;257;g3f45a9ea68d_0_148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58" name="Google Shape;258;g3f45a9ea68d_0_148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259" name="Google Shape;259;g3f45a9ea68d_0_148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60" name="Google Shape;260;g3f45a9ea68d_0_148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61" name="Google Shape;261;g3f45a9ea68d_0_148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262" name="Google Shape;262;g3f45a9ea68d_0_148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63" name="Google Shape;263;g3f45a9ea68d_0_148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64" name="Google Shape;264;g3f45a9ea68d_0_1487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265" name="Google Shape;265;g3f45a9ea68d_0_1487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66" name="Google Shape;266;g3f45a9ea68d_0_1487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67" name="Google Shape;267;g3f45a9ea68d_0_1487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268" name="Google Shape;268;g3f45a9ea68d_0_1487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69" name="Google Shape;269;g3f45a9ea68d_0_1487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70" name="Google Shape;270;g3f45a9ea68d_0_1487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271" name="Google Shape;271;g3f45a9ea68d_0_1487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72" name="Google Shape;272;g3f45a9ea68d_0_1487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273" name="Google Shape;273;g3f45a9ea68d_0_148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g3f45a9ea68d_0_148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g3f45a9ea68d_0_148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g3f45a9ea68d_0_1487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g3f45a9ea68d_0_1487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g3f45a9ea68d_0_1487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f45a9ea68d_0_1515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g3f45a9ea68d_0_1515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285" name="Google Shape;285;g3f45a9ea68d_0_1515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86" name="Google Shape;286;g3f45a9ea68d_0_1515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87" name="Google Shape;287;g3f45a9ea68d_0_1515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288" name="Google Shape;288;g3f45a9ea68d_0_1515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89" name="Google Shape;289;g3f45a9ea68d_0_1515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90" name="Google Shape;290;g3f45a9ea68d_0_1515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291" name="Google Shape;291;g3f45a9ea68d_0_1515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92" name="Google Shape;292;g3f45a9ea68d_0_1515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93" name="Google Shape;293;g3f45a9ea68d_0_1515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294" name="Google Shape;294;g3f45a9ea68d_0_1515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95" name="Google Shape;295;g3f45a9ea68d_0_1515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96" name="Google Shape;296;g3f45a9ea68d_0_1515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297" name="Google Shape;297;g3f45a9ea68d_0_1515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298" name="Google Shape;298;g3f45a9ea68d_0_1515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299" name="Google Shape;299;g3f45a9ea68d_0_1515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300" name="Google Shape;300;g3f45a9ea68d_0_1515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01" name="Google Shape;301;g3f45a9ea68d_0_1515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02" name="Google Shape;302;g3f45a9ea68d_0_1515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303" name="Google Shape;303;g3f45a9ea68d_0_1515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04" name="Google Shape;304;g3f45a9ea68d_0_1515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305" name="Google Shape;305;g3f45a9ea68d_0_1515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g3f45a9ea68d_0_1515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g3f45a9ea68d_0_1515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g3f45a9ea68d_0_1515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g3f45a9ea68d_0_1515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g3f45a9ea68d_0_1515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g3f45a9ea68d_0_1515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3f45a9ea68d_0_154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g3f45a9ea68d_0_154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318" name="Google Shape;318;g3f45a9ea68d_0_154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19" name="Google Shape;319;g3f45a9ea68d_0_154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20" name="Google Shape;320;g3f45a9ea68d_0_154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321" name="Google Shape;321;g3f45a9ea68d_0_154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22" name="Google Shape;322;g3f45a9ea68d_0_154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23" name="Google Shape;323;g3f45a9ea68d_0_154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324" name="Google Shape;324;g3f45a9ea68d_0_154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25" name="Google Shape;325;g3f45a9ea68d_0_154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26" name="Google Shape;326;g3f45a9ea68d_0_1547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327" name="Google Shape;327;g3f45a9ea68d_0_1547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28" name="Google Shape;328;g3f45a9ea68d_0_1547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29" name="Google Shape;329;g3f45a9ea68d_0_1547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330" name="Google Shape;330;g3f45a9ea68d_0_1547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31" name="Google Shape;331;g3f45a9ea68d_0_1547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32" name="Google Shape;332;g3f45a9ea68d_0_1547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333" name="Google Shape;333;g3f45a9ea68d_0_1547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34" name="Google Shape;334;g3f45a9ea68d_0_1547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35" name="Google Shape;335;g3f45a9ea68d_0_1547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336" name="Google Shape;336;g3f45a9ea68d_0_1547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37" name="Google Shape;337;g3f45a9ea68d_0_1547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338" name="Google Shape;338;g3f45a9ea68d_0_154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g3f45a9ea68d_0_154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g3f45a9ea68d_0_154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g3f45a9ea68d_0_1547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g3f45a9ea68d_0_1547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g3f45a9ea68d_0_1547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g3f45a9ea68d_0_1547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5" name="Google Shape;345;g3f45a9ea68d_0_1547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346" name="Google Shape;346;g3f45a9ea68d_0_1547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47" name="Google Shape;347;g3f45a9ea68d_0_1547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348" name="Google Shape;348;g3f45a9ea68d_0_1547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g3f45a9ea68d_0_158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g3f45a9ea68d_0_158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355" name="Google Shape;355;g3f45a9ea68d_0_158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56" name="Google Shape;356;g3f45a9ea68d_0_158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57" name="Google Shape;357;g3f45a9ea68d_0_158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358" name="Google Shape;358;g3f45a9ea68d_0_158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59" name="Google Shape;359;g3f45a9ea68d_0_158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60" name="Google Shape;360;g3f45a9ea68d_0_158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361" name="Google Shape;361;g3f45a9ea68d_0_158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62" name="Google Shape;362;g3f45a9ea68d_0_158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63" name="Google Shape;363;g3f45a9ea68d_0_158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364" name="Google Shape;364;g3f45a9ea68d_0_158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65" name="Google Shape;365;g3f45a9ea68d_0_158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66" name="Google Shape;366;g3f45a9ea68d_0_1583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367" name="Google Shape;367;g3f45a9ea68d_0_1583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68" name="Google Shape;368;g3f45a9ea68d_0_1583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69" name="Google Shape;369;g3f45a9ea68d_0_1583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370" name="Google Shape;370;g3f45a9ea68d_0_1583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71" name="Google Shape;371;g3f45a9ea68d_0_1583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72" name="Google Shape;372;g3f45a9ea68d_0_1583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373" name="Google Shape;373;g3f45a9ea68d_0_1583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74" name="Google Shape;374;g3f45a9ea68d_0_1583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375" name="Google Shape;375;g3f45a9ea68d_0_158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g3f45a9ea68d_0_158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g3f45a9ea68d_0_158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g3f45a9ea68d_0_158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g3f45a9ea68d_0_1583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g3f45a9ea68d_0_1583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g3f45a9ea68d_0_1583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2" name="Google Shape;382;g3f45a9ea68d_0_1583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383" name="Google Shape;383;g3f45a9ea68d_0_1583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84" name="Google Shape;384;g3f45a9ea68d_0_1583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85" name="Google Shape;385;g3f45a9ea68d_0_1583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386" name="Google Shape;386;g3f45a9ea68d_0_1583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87" name="Google Shape;387;g3f45a9ea68d_0_1583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388" name="Google Shape;388;g3f45a9ea68d_0_1583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g3f45a9ea68d_0_1583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g3f45a9ea68d_0_162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5" name="Google Shape;395;g3f45a9ea68d_0_162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396" name="Google Shape;396;g3f45a9ea68d_0_162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397" name="Google Shape;397;g3f45a9ea68d_0_162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398" name="Google Shape;398;g3f45a9ea68d_0_162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399" name="Google Shape;399;g3f45a9ea68d_0_162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00" name="Google Shape;400;g3f45a9ea68d_0_162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01" name="Google Shape;401;g3f45a9ea68d_0_162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402" name="Google Shape;402;g3f45a9ea68d_0_162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03" name="Google Shape;403;g3f45a9ea68d_0_162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04" name="Google Shape;404;g3f45a9ea68d_0_162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405" name="Google Shape;405;g3f45a9ea68d_0_162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06" name="Google Shape;406;g3f45a9ea68d_0_162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07" name="Google Shape;407;g3f45a9ea68d_0_1623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408" name="Google Shape;408;g3f45a9ea68d_0_1623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09" name="Google Shape;409;g3f45a9ea68d_0_1623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10" name="Google Shape;410;g3f45a9ea68d_0_1623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411" name="Google Shape;411;g3f45a9ea68d_0_1623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12" name="Google Shape;412;g3f45a9ea68d_0_1623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13" name="Google Shape;413;g3f45a9ea68d_0_1623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414" name="Google Shape;414;g3f45a9ea68d_0_1623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15" name="Google Shape;415;g3f45a9ea68d_0_1623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416" name="Google Shape;416;g3f45a9ea68d_0_162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g3f45a9ea68d_0_162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g3f45a9ea68d_0_162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g3f45a9ea68d_0_162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g3f45a9ea68d_0_1623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g3f45a9ea68d_0_1623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g3f45a9ea68d_0_1623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3" name="Google Shape;423;g3f45a9ea68d_0_1623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424" name="Google Shape;424;g3f45a9ea68d_0_1623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25" name="Google Shape;425;g3f45a9ea68d_0_1623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26" name="Google Shape;426;g3f45a9ea68d_0_1623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427" name="Google Shape;427;g3f45a9ea68d_0_1623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28" name="Google Shape;428;g3f45a9ea68d_0_1623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429" name="Google Shape;429;g3f45a9ea68d_0_1623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g3f45a9ea68d_0_1623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g3f45a9ea68d_0_1623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2" name="Google Shape;432;g3f45a9ea68d_0_1623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433" name="Google Shape;433;g3f45a9ea68d_0_1623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34" name="Google Shape;434;g3f45a9ea68d_0_1623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g3f45a9ea68d_0_166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0" name="Google Shape;440;g3f45a9ea68d_0_166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441" name="Google Shape;441;g3f45a9ea68d_0_166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42" name="Google Shape;442;g3f45a9ea68d_0_166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43" name="Google Shape;443;g3f45a9ea68d_0_166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444" name="Google Shape;444;g3f45a9ea68d_0_166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45" name="Google Shape;445;g3f45a9ea68d_0_166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46" name="Google Shape;446;g3f45a9ea68d_0_166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447" name="Google Shape;447;g3f45a9ea68d_0_166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48" name="Google Shape;448;g3f45a9ea68d_0_166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49" name="Google Shape;449;g3f45a9ea68d_0_1667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450" name="Google Shape;450;g3f45a9ea68d_0_1667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51" name="Google Shape;451;g3f45a9ea68d_0_1667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52" name="Google Shape;452;g3f45a9ea68d_0_1667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453" name="Google Shape;453;g3f45a9ea68d_0_1667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54" name="Google Shape;454;g3f45a9ea68d_0_1667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55" name="Google Shape;455;g3f45a9ea68d_0_1667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456" name="Google Shape;456;g3f45a9ea68d_0_1667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57" name="Google Shape;457;g3f45a9ea68d_0_1667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58" name="Google Shape;458;g3f45a9ea68d_0_1667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459" name="Google Shape;459;g3f45a9ea68d_0_1667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60" name="Google Shape;460;g3f45a9ea68d_0_1667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461" name="Google Shape;461;g3f45a9ea68d_0_166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g3f45a9ea68d_0_166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g3f45a9ea68d_0_166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g3f45a9ea68d_0_1667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g3f45a9ea68d_0_1667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g3f45a9ea68d_0_1667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g3f45a9ea68d_0_1667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g3f45a9ea68d_0_1667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g3f45a9ea68d_0_1667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70" name="Google Shape;470;g3f45a9ea68d_0_1667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471" name="Google Shape;471;g3f45a9ea68d_0_1667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72" name="Google Shape;472;g3f45a9ea68d_0_1667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73" name="Google Shape;473;g3f45a9ea68d_0_1667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474" name="Google Shape;474;g3f45a9ea68d_0_1667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75" name="Google Shape;475;g3f45a9ea68d_0_1667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76" name="Google Shape;476;g3f45a9ea68d_0_1667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477" name="Google Shape;477;g3f45a9ea68d_0_1667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78" name="Google Shape;478;g3f45a9ea68d_0_1667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79" name="Google Shape;479;g3f45a9ea68d_0_1667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480" name="Google Shape;480;g3f45a9ea68d_0_1667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81" name="Google Shape;481;g3f45a9ea68d_0_1667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482" name="Google Shape;482;g3f45a9ea68d_0_1667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g3f45a9ea68d_0_1667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g3f45a9ea68d_0_1715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9" name="Google Shape;489;g3f45a9ea68d_0_1715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490" name="Google Shape;490;g3f45a9ea68d_0_1715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91" name="Google Shape;491;g3f45a9ea68d_0_1715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92" name="Google Shape;492;g3f45a9ea68d_0_1715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493" name="Google Shape;493;g3f45a9ea68d_0_1715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94" name="Google Shape;494;g3f45a9ea68d_0_1715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95" name="Google Shape;495;g3f45a9ea68d_0_1715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496" name="Google Shape;496;g3f45a9ea68d_0_1715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497" name="Google Shape;497;g3f45a9ea68d_0_1715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498" name="Google Shape;498;g3f45a9ea68d_0_1715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499" name="Google Shape;499;g3f45a9ea68d_0_1715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00" name="Google Shape;500;g3f45a9ea68d_0_1715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01" name="Google Shape;501;g3f45a9ea68d_0_1715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502" name="Google Shape;502;g3f45a9ea68d_0_1715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03" name="Google Shape;503;g3f45a9ea68d_0_1715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04" name="Google Shape;504;g3f45a9ea68d_0_1715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505" name="Google Shape;505;g3f45a9ea68d_0_1715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06" name="Google Shape;506;g3f45a9ea68d_0_1715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07" name="Google Shape;507;g3f45a9ea68d_0_1715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508" name="Google Shape;508;g3f45a9ea68d_0_1715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09" name="Google Shape;509;g3f45a9ea68d_0_1715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510" name="Google Shape;510;g3f45a9ea68d_0_1715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g3f45a9ea68d_0_1715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g3f45a9ea68d_0_1715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g3f45a9ea68d_0_1715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g3f45a9ea68d_0_1715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g3f45a9ea68d_0_1715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g3f45a9ea68d_0_1715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g3f45a9ea68d_0_1715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g3f45a9ea68d_0_1715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9" name="Google Shape;519;g3f45a9ea68d_0_1715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520" name="Google Shape;520;g3f45a9ea68d_0_1715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21" name="Google Shape;521;g3f45a9ea68d_0_1715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22" name="Google Shape;522;g3f45a9ea68d_0_1715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523" name="Google Shape;523;g3f45a9ea68d_0_1715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24" name="Google Shape;524;g3f45a9ea68d_0_1715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25" name="Google Shape;525;g3f45a9ea68d_0_1715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526" name="Google Shape;526;g3f45a9ea68d_0_1715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27" name="Google Shape;527;g3f45a9ea68d_0_1715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28" name="Google Shape;528;g3f45a9ea68d_0_1715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529" name="Google Shape;529;g3f45a9ea68d_0_1715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30" name="Google Shape;530;g3f45a9ea68d_0_1715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31" name="Google Shape;531;g3f45a9ea68d_0_1715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532" name="Google Shape;532;g3f45a9ea68d_0_1715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33" name="Google Shape;533;g3f45a9ea68d_0_1715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534" name="Google Shape;534;g3f45a9ea68d_0_1715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g3f45a9ea68d_0_1715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g3f45a9ea68d_0_1715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g3f45a9ea68d_0_176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2" name="Google Shape;542;g3f45a9ea68d_0_176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543" name="Google Shape;543;g3f45a9ea68d_0_176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44" name="Google Shape;544;g3f45a9ea68d_0_176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45" name="Google Shape;545;g3f45a9ea68d_0_176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546" name="Google Shape;546;g3f45a9ea68d_0_176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47" name="Google Shape;547;g3f45a9ea68d_0_176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48" name="Google Shape;548;g3f45a9ea68d_0_176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549" name="Google Shape;549;g3f45a9ea68d_0_176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50" name="Google Shape;550;g3f45a9ea68d_0_176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51" name="Google Shape;551;g3f45a9ea68d_0_1767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552" name="Google Shape;552;g3f45a9ea68d_0_1767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53" name="Google Shape;553;g3f45a9ea68d_0_1767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54" name="Google Shape;554;g3f45a9ea68d_0_1767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555" name="Google Shape;555;g3f45a9ea68d_0_1767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56" name="Google Shape;556;g3f45a9ea68d_0_1767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57" name="Google Shape;557;g3f45a9ea68d_0_1767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558" name="Google Shape;558;g3f45a9ea68d_0_1767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59" name="Google Shape;559;g3f45a9ea68d_0_1767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60" name="Google Shape;560;g3f45a9ea68d_0_1767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561" name="Google Shape;561;g3f45a9ea68d_0_1767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62" name="Google Shape;562;g3f45a9ea68d_0_1767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563" name="Google Shape;563;g3f45a9ea68d_0_176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g3f45a9ea68d_0_176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g3f45a9ea68d_0_176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g3f45a9ea68d_0_1767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g3f45a9ea68d_0_1767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g3f45a9ea68d_0_1767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g3f45a9ea68d_0_1767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g3f45a9ea68d_0_1767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g3f45a9ea68d_0_1767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2" name="Google Shape;572;g3f45a9ea68d_0_1767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573" name="Google Shape;573;g3f45a9ea68d_0_1767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74" name="Google Shape;574;g3f45a9ea68d_0_1767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75" name="Google Shape;575;g3f45a9ea68d_0_1767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576" name="Google Shape;576;g3f45a9ea68d_0_1767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77" name="Google Shape;577;g3f45a9ea68d_0_1767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78" name="Google Shape;578;g3f45a9ea68d_0_1767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579" name="Google Shape;579;g3f45a9ea68d_0_1767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80" name="Google Shape;580;g3f45a9ea68d_0_1767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81" name="Google Shape;581;g3f45a9ea68d_0_1767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582" name="Google Shape;582;g3f45a9ea68d_0_1767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83" name="Google Shape;583;g3f45a9ea68d_0_1767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84" name="Google Shape;584;g3f45a9ea68d_0_1767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585" name="Google Shape;585;g3f45a9ea68d_0_1767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86" name="Google Shape;586;g3f45a9ea68d_0_1767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587" name="Google Shape;587;g3f45a9ea68d_0_1767"/>
          <p:cNvGrpSpPr/>
          <p:nvPr/>
        </p:nvGrpSpPr>
        <p:grpSpPr>
          <a:xfrm>
            <a:off x="6951402" y="3070065"/>
            <a:ext cx="4643671" cy="377400"/>
            <a:chOff x="6341802" y="3117490"/>
            <a:chExt cx="4643671" cy="377400"/>
          </a:xfrm>
        </p:grpSpPr>
        <p:sp>
          <p:nvSpPr>
            <p:cNvPr id="588" name="Google Shape;588;g3f45a9ea68d_0_1767"/>
            <p:cNvSpPr txBox="1"/>
            <p:nvPr/>
          </p:nvSpPr>
          <p:spPr>
            <a:xfrm>
              <a:off x="6866773" y="311749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glabela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589" name="Google Shape;589;g3f45a9ea68d_0_1767"/>
            <p:cNvSpPr txBox="1"/>
            <p:nvPr/>
          </p:nvSpPr>
          <p:spPr>
            <a:xfrm>
              <a:off x="6341802" y="3128498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590" name="Google Shape;590;g3f45a9ea68d_0_1767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1" name="Google Shape;591;g3f45a9ea68d_0_1767"/>
          <p:cNvCxnSpPr/>
          <p:nvPr/>
        </p:nvCxnSpPr>
        <p:spPr>
          <a:xfrm>
            <a:off x="7030912" y="3548405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2" name="Google Shape;592;g3f45a9ea68d_0_1767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3" name="Google Shape;593;g3f45a9ea68d_0_1767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g3f45a9ea68d_0_182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9" name="Google Shape;599;g3f45a9ea68d_0_182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600" name="Google Shape;600;g3f45a9ea68d_0_182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01" name="Google Shape;601;g3f45a9ea68d_0_182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02" name="Google Shape;602;g3f45a9ea68d_0_182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603" name="Google Shape;603;g3f45a9ea68d_0_182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04" name="Google Shape;604;g3f45a9ea68d_0_182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05" name="Google Shape;605;g3f45a9ea68d_0_182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606" name="Google Shape;606;g3f45a9ea68d_0_182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07" name="Google Shape;607;g3f45a9ea68d_0_182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08" name="Google Shape;608;g3f45a9ea68d_0_182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609" name="Google Shape;609;g3f45a9ea68d_0_182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10" name="Google Shape;610;g3f45a9ea68d_0_182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11" name="Google Shape;611;g3f45a9ea68d_0_1823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612" name="Google Shape;612;g3f45a9ea68d_0_1823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13" name="Google Shape;613;g3f45a9ea68d_0_1823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14" name="Google Shape;614;g3f45a9ea68d_0_1823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615" name="Google Shape;615;g3f45a9ea68d_0_1823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16" name="Google Shape;616;g3f45a9ea68d_0_1823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17" name="Google Shape;617;g3f45a9ea68d_0_1823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618" name="Google Shape;618;g3f45a9ea68d_0_1823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19" name="Google Shape;619;g3f45a9ea68d_0_1823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620" name="Google Shape;620;g3f45a9ea68d_0_182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g3f45a9ea68d_0_182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g3f45a9ea68d_0_182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g3f45a9ea68d_0_182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g3f45a9ea68d_0_1823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g3f45a9ea68d_0_1823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g3f45a9ea68d_0_1823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g3f45a9ea68d_0_1823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g3f45a9ea68d_0_1823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9" name="Google Shape;629;g3f45a9ea68d_0_1823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630" name="Google Shape;630;g3f45a9ea68d_0_1823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31" name="Google Shape;631;g3f45a9ea68d_0_1823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32" name="Google Shape;632;g3f45a9ea68d_0_1823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633" name="Google Shape;633;g3f45a9ea68d_0_1823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34" name="Google Shape;634;g3f45a9ea68d_0_1823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35" name="Google Shape;635;g3f45a9ea68d_0_1823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636" name="Google Shape;636;g3f45a9ea68d_0_1823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37" name="Google Shape;637;g3f45a9ea68d_0_1823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38" name="Google Shape;638;g3f45a9ea68d_0_1823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639" name="Google Shape;639;g3f45a9ea68d_0_1823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40" name="Google Shape;640;g3f45a9ea68d_0_1823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41" name="Google Shape;641;g3f45a9ea68d_0_1823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642" name="Google Shape;642;g3f45a9ea68d_0_1823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43" name="Google Shape;643;g3f45a9ea68d_0_1823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44" name="Google Shape;644;g3f45a9ea68d_0_1823"/>
          <p:cNvGrpSpPr/>
          <p:nvPr/>
        </p:nvGrpSpPr>
        <p:grpSpPr>
          <a:xfrm>
            <a:off x="6951402" y="3070065"/>
            <a:ext cx="4643671" cy="377400"/>
            <a:chOff x="6341802" y="3117490"/>
            <a:chExt cx="4643671" cy="377400"/>
          </a:xfrm>
        </p:grpSpPr>
        <p:sp>
          <p:nvSpPr>
            <p:cNvPr id="645" name="Google Shape;645;g3f45a9ea68d_0_1823"/>
            <p:cNvSpPr txBox="1"/>
            <p:nvPr/>
          </p:nvSpPr>
          <p:spPr>
            <a:xfrm>
              <a:off x="6866773" y="311749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glabela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46" name="Google Shape;646;g3f45a9ea68d_0_1823"/>
            <p:cNvSpPr txBox="1"/>
            <p:nvPr/>
          </p:nvSpPr>
          <p:spPr>
            <a:xfrm>
              <a:off x="6341802" y="3128498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647" name="Google Shape;647;g3f45a9ea68d_0_1823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g3f45a9ea68d_0_1823"/>
          <p:cNvCxnSpPr/>
          <p:nvPr/>
        </p:nvCxnSpPr>
        <p:spPr>
          <a:xfrm>
            <a:off x="7030912" y="4151686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9" name="Google Shape;649;g3f45a9ea68d_0_1823"/>
          <p:cNvGrpSpPr/>
          <p:nvPr/>
        </p:nvGrpSpPr>
        <p:grpSpPr>
          <a:xfrm>
            <a:off x="6934902" y="3669237"/>
            <a:ext cx="4643671" cy="377400"/>
            <a:chOff x="6325302" y="3621813"/>
            <a:chExt cx="4643671" cy="377400"/>
          </a:xfrm>
        </p:grpSpPr>
        <p:sp>
          <p:nvSpPr>
            <p:cNvPr id="650" name="Google Shape;650;g3f45a9ea68d_0_1823"/>
            <p:cNvSpPr txBox="1"/>
            <p:nvPr/>
          </p:nvSpPr>
          <p:spPr>
            <a:xfrm>
              <a:off x="6850273" y="362181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comisura labial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51" name="Google Shape;651;g3f45a9ea68d_0_1823"/>
            <p:cNvSpPr txBox="1"/>
            <p:nvPr/>
          </p:nvSpPr>
          <p:spPr>
            <a:xfrm>
              <a:off x="6325302" y="363693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652" name="Google Shape;652;g3f45a9ea68d_0_1823"/>
          <p:cNvCxnSpPr/>
          <p:nvPr/>
        </p:nvCxnSpPr>
        <p:spPr>
          <a:xfrm>
            <a:off x="7030912" y="3548405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g3f45a9ea68d_0_1823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g3f45a9ea68d_0_1823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g3f45a9ea68d_0_1883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0" name="Google Shape;660;g3f45a9ea68d_0_1883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661" name="Google Shape;661;g3f45a9ea68d_0_1883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62" name="Google Shape;662;g3f45a9ea68d_0_1883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63" name="Google Shape;663;g3f45a9ea68d_0_1883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664" name="Google Shape;664;g3f45a9ea68d_0_1883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65" name="Google Shape;665;g3f45a9ea68d_0_1883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66" name="Google Shape;666;g3f45a9ea68d_0_1883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667" name="Google Shape;667;g3f45a9ea68d_0_1883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68" name="Google Shape;668;g3f45a9ea68d_0_1883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69" name="Google Shape;669;g3f45a9ea68d_0_1883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670" name="Google Shape;670;g3f45a9ea68d_0_1883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71" name="Google Shape;671;g3f45a9ea68d_0_1883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72" name="Google Shape;672;g3f45a9ea68d_0_1883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673" name="Google Shape;673;g3f45a9ea68d_0_1883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74" name="Google Shape;674;g3f45a9ea68d_0_1883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75" name="Google Shape;675;g3f45a9ea68d_0_1883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676" name="Google Shape;676;g3f45a9ea68d_0_1883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77" name="Google Shape;677;g3f45a9ea68d_0_1883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78" name="Google Shape;678;g3f45a9ea68d_0_1883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679" name="Google Shape;679;g3f45a9ea68d_0_1883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80" name="Google Shape;680;g3f45a9ea68d_0_1883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681" name="Google Shape;681;g3f45a9ea68d_0_1883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2" name="Google Shape;682;g3f45a9ea68d_0_1883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3" name="Google Shape;683;g3f45a9ea68d_0_1883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g3f45a9ea68d_0_1883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g3f45a9ea68d_0_1883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g3f45a9ea68d_0_1883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g3f45a9ea68d_0_1883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g3f45a9ea68d_0_1883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g3f45a9ea68d_0_1883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90" name="Google Shape;690;g3f45a9ea68d_0_1883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691" name="Google Shape;691;g3f45a9ea68d_0_1883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92" name="Google Shape;692;g3f45a9ea68d_0_1883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93" name="Google Shape;693;g3f45a9ea68d_0_1883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694" name="Google Shape;694;g3f45a9ea68d_0_1883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95" name="Google Shape;695;g3f45a9ea68d_0_1883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96" name="Google Shape;696;g3f45a9ea68d_0_1883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697" name="Google Shape;697;g3f45a9ea68d_0_1883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698" name="Google Shape;698;g3f45a9ea68d_0_1883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699" name="Google Shape;699;g3f45a9ea68d_0_1883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700" name="Google Shape;700;g3f45a9ea68d_0_1883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01" name="Google Shape;701;g3f45a9ea68d_0_1883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02" name="Google Shape;702;g3f45a9ea68d_0_1883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703" name="Google Shape;703;g3f45a9ea68d_0_1883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04" name="Google Shape;704;g3f45a9ea68d_0_1883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05" name="Google Shape;705;g3f45a9ea68d_0_1883"/>
          <p:cNvGrpSpPr/>
          <p:nvPr/>
        </p:nvGrpSpPr>
        <p:grpSpPr>
          <a:xfrm>
            <a:off x="6951402" y="3070065"/>
            <a:ext cx="4643671" cy="377400"/>
            <a:chOff x="6341802" y="3117490"/>
            <a:chExt cx="4643671" cy="377400"/>
          </a:xfrm>
        </p:grpSpPr>
        <p:sp>
          <p:nvSpPr>
            <p:cNvPr id="706" name="Google Shape;706;g3f45a9ea68d_0_1883"/>
            <p:cNvSpPr txBox="1"/>
            <p:nvPr/>
          </p:nvSpPr>
          <p:spPr>
            <a:xfrm>
              <a:off x="6866773" y="311749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glabela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07" name="Google Shape;707;g3f45a9ea68d_0_1883"/>
            <p:cNvSpPr txBox="1"/>
            <p:nvPr/>
          </p:nvSpPr>
          <p:spPr>
            <a:xfrm>
              <a:off x="6341802" y="3128498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708" name="Google Shape;708;g3f45a9ea68d_0_1883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g3f45a9ea68d_0_1883"/>
          <p:cNvCxnSpPr/>
          <p:nvPr/>
        </p:nvCxnSpPr>
        <p:spPr>
          <a:xfrm>
            <a:off x="7030912" y="4151686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g3f45a9ea68d_0_1883"/>
          <p:cNvCxnSpPr/>
          <p:nvPr/>
        </p:nvCxnSpPr>
        <p:spPr>
          <a:xfrm>
            <a:off x="7030912" y="47490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11" name="Google Shape;711;g3f45a9ea68d_0_1883"/>
          <p:cNvGrpSpPr/>
          <p:nvPr/>
        </p:nvGrpSpPr>
        <p:grpSpPr>
          <a:xfrm>
            <a:off x="6934902" y="3669237"/>
            <a:ext cx="4643671" cy="377400"/>
            <a:chOff x="6325302" y="3621813"/>
            <a:chExt cx="4643671" cy="377400"/>
          </a:xfrm>
        </p:grpSpPr>
        <p:sp>
          <p:nvSpPr>
            <p:cNvPr id="712" name="Google Shape;712;g3f45a9ea68d_0_1883"/>
            <p:cNvSpPr txBox="1"/>
            <p:nvPr/>
          </p:nvSpPr>
          <p:spPr>
            <a:xfrm>
              <a:off x="6850273" y="362181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comisura labial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13" name="Google Shape;713;g3f45a9ea68d_0_1883"/>
            <p:cNvSpPr txBox="1"/>
            <p:nvPr/>
          </p:nvSpPr>
          <p:spPr>
            <a:xfrm>
              <a:off x="6325302" y="363693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14" name="Google Shape;714;g3f45a9ea68d_0_1883"/>
          <p:cNvGrpSpPr/>
          <p:nvPr/>
        </p:nvGrpSpPr>
        <p:grpSpPr>
          <a:xfrm>
            <a:off x="6934902" y="4272518"/>
            <a:ext cx="4643671" cy="377400"/>
            <a:chOff x="6325302" y="4241872"/>
            <a:chExt cx="4643671" cy="377400"/>
          </a:xfrm>
        </p:grpSpPr>
        <p:sp>
          <p:nvSpPr>
            <p:cNvPr id="715" name="Google Shape;715;g3f45a9ea68d_0_1883"/>
            <p:cNvSpPr txBox="1"/>
            <p:nvPr/>
          </p:nvSpPr>
          <p:spPr>
            <a:xfrm>
              <a:off x="6850273" y="424187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cejas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16" name="Google Shape;716;g3f45a9ea68d_0_1883"/>
            <p:cNvSpPr txBox="1"/>
            <p:nvPr/>
          </p:nvSpPr>
          <p:spPr>
            <a:xfrm>
              <a:off x="6325302" y="425105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717" name="Google Shape;717;g3f45a9ea68d_0_1883"/>
          <p:cNvCxnSpPr/>
          <p:nvPr/>
        </p:nvCxnSpPr>
        <p:spPr>
          <a:xfrm>
            <a:off x="7030912" y="3548405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8" name="Google Shape;718;g3f45a9ea68d_0_1883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9" name="Google Shape;719;g3f45a9ea68d_0_1883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g3f45a9ea68d_0_1947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5" name="Google Shape;725;g3f45a9ea68d_0_1947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726" name="Google Shape;726;g3f45a9ea68d_0_1947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27" name="Google Shape;727;g3f45a9ea68d_0_1947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28" name="Google Shape;728;g3f45a9ea68d_0_1947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729" name="Google Shape;729;g3f45a9ea68d_0_1947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30" name="Google Shape;730;g3f45a9ea68d_0_1947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31" name="Google Shape;731;g3f45a9ea68d_0_1947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732" name="Google Shape;732;g3f45a9ea68d_0_1947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33" name="Google Shape;733;g3f45a9ea68d_0_1947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34" name="Google Shape;734;g3f45a9ea68d_0_1947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735" name="Google Shape;735;g3f45a9ea68d_0_1947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36" name="Google Shape;736;g3f45a9ea68d_0_1947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37" name="Google Shape;737;g3f45a9ea68d_0_1947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738" name="Google Shape;738;g3f45a9ea68d_0_1947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39" name="Google Shape;739;g3f45a9ea68d_0_1947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40" name="Google Shape;740;g3f45a9ea68d_0_1947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741" name="Google Shape;741;g3f45a9ea68d_0_1947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42" name="Google Shape;742;g3f45a9ea68d_0_1947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43" name="Google Shape;743;g3f45a9ea68d_0_1947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744" name="Google Shape;744;g3f45a9ea68d_0_1947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45" name="Google Shape;745;g3f45a9ea68d_0_1947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746" name="Google Shape;746;g3f45a9ea68d_0_1947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g3f45a9ea68d_0_1947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g3f45a9ea68d_0_1947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g3f45a9ea68d_0_1947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g3f45a9ea68d_0_1947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g3f45a9ea68d_0_1947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g3f45a9ea68d_0_1947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g3f45a9ea68d_0_1947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g3f45a9ea68d_0_1947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55" name="Google Shape;755;g3f45a9ea68d_0_1947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756" name="Google Shape;756;g3f45a9ea68d_0_1947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57" name="Google Shape;757;g3f45a9ea68d_0_1947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58" name="Google Shape;758;g3f45a9ea68d_0_1947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759" name="Google Shape;759;g3f45a9ea68d_0_1947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60" name="Google Shape;760;g3f45a9ea68d_0_1947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61" name="Google Shape;761;g3f45a9ea68d_0_1947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762" name="Google Shape;762;g3f45a9ea68d_0_1947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63" name="Google Shape;763;g3f45a9ea68d_0_1947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64" name="Google Shape;764;g3f45a9ea68d_0_1947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765" name="Google Shape;765;g3f45a9ea68d_0_1947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66" name="Google Shape;766;g3f45a9ea68d_0_1947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67" name="Google Shape;767;g3f45a9ea68d_0_1947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768" name="Google Shape;768;g3f45a9ea68d_0_1947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69" name="Google Shape;769;g3f45a9ea68d_0_1947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70" name="Google Shape;770;g3f45a9ea68d_0_1947"/>
          <p:cNvGrpSpPr/>
          <p:nvPr/>
        </p:nvGrpSpPr>
        <p:grpSpPr>
          <a:xfrm>
            <a:off x="6951402" y="3070065"/>
            <a:ext cx="4643671" cy="377400"/>
            <a:chOff x="6341802" y="3117490"/>
            <a:chExt cx="4643671" cy="377400"/>
          </a:xfrm>
        </p:grpSpPr>
        <p:sp>
          <p:nvSpPr>
            <p:cNvPr id="771" name="Google Shape;771;g3f45a9ea68d_0_1947"/>
            <p:cNvSpPr txBox="1"/>
            <p:nvPr/>
          </p:nvSpPr>
          <p:spPr>
            <a:xfrm>
              <a:off x="6866773" y="311749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glabela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72" name="Google Shape;772;g3f45a9ea68d_0_1947"/>
            <p:cNvSpPr txBox="1"/>
            <p:nvPr/>
          </p:nvSpPr>
          <p:spPr>
            <a:xfrm>
              <a:off x="6341802" y="3128498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773" name="Google Shape;773;g3f45a9ea68d_0_1947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4" name="Google Shape;774;g3f45a9ea68d_0_1947"/>
          <p:cNvCxnSpPr/>
          <p:nvPr/>
        </p:nvCxnSpPr>
        <p:spPr>
          <a:xfrm>
            <a:off x="7030912" y="4151686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g3f45a9ea68d_0_1947"/>
          <p:cNvCxnSpPr/>
          <p:nvPr/>
        </p:nvCxnSpPr>
        <p:spPr>
          <a:xfrm>
            <a:off x="7030912" y="47490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76" name="Google Shape;776;g3f45a9ea68d_0_1947"/>
          <p:cNvGrpSpPr/>
          <p:nvPr/>
        </p:nvGrpSpPr>
        <p:grpSpPr>
          <a:xfrm>
            <a:off x="6934902" y="3669237"/>
            <a:ext cx="4643671" cy="377400"/>
            <a:chOff x="6325302" y="3621813"/>
            <a:chExt cx="4643671" cy="377400"/>
          </a:xfrm>
        </p:grpSpPr>
        <p:sp>
          <p:nvSpPr>
            <p:cNvPr id="777" name="Google Shape;777;g3f45a9ea68d_0_1947"/>
            <p:cNvSpPr txBox="1"/>
            <p:nvPr/>
          </p:nvSpPr>
          <p:spPr>
            <a:xfrm>
              <a:off x="6850273" y="362181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comisura labial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78" name="Google Shape;778;g3f45a9ea68d_0_1947"/>
            <p:cNvSpPr txBox="1"/>
            <p:nvPr/>
          </p:nvSpPr>
          <p:spPr>
            <a:xfrm>
              <a:off x="6325302" y="363693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79" name="Google Shape;779;g3f45a9ea68d_0_1947"/>
          <p:cNvGrpSpPr/>
          <p:nvPr/>
        </p:nvGrpSpPr>
        <p:grpSpPr>
          <a:xfrm>
            <a:off x="6934902" y="4272518"/>
            <a:ext cx="4643671" cy="377400"/>
            <a:chOff x="6325302" y="4241872"/>
            <a:chExt cx="4643671" cy="377400"/>
          </a:xfrm>
        </p:grpSpPr>
        <p:sp>
          <p:nvSpPr>
            <p:cNvPr id="780" name="Google Shape;780;g3f45a9ea68d_0_1947"/>
            <p:cNvSpPr txBox="1"/>
            <p:nvPr/>
          </p:nvSpPr>
          <p:spPr>
            <a:xfrm>
              <a:off x="6850273" y="424187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cejas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81" name="Google Shape;781;g3f45a9ea68d_0_1947"/>
            <p:cNvSpPr txBox="1"/>
            <p:nvPr/>
          </p:nvSpPr>
          <p:spPr>
            <a:xfrm>
              <a:off x="6325302" y="425105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82" name="Google Shape;782;g3f45a9ea68d_0_1947"/>
          <p:cNvGrpSpPr/>
          <p:nvPr/>
        </p:nvGrpSpPr>
        <p:grpSpPr>
          <a:xfrm>
            <a:off x="6934902" y="4869861"/>
            <a:ext cx="4643671" cy="377941"/>
            <a:chOff x="6325302" y="4855452"/>
            <a:chExt cx="4643671" cy="377941"/>
          </a:xfrm>
        </p:grpSpPr>
        <p:sp>
          <p:nvSpPr>
            <p:cNvPr id="783" name="Google Shape;783;g3f45a9ea68d_0_1947"/>
            <p:cNvSpPr txBox="1"/>
            <p:nvPr/>
          </p:nvSpPr>
          <p:spPr>
            <a:xfrm>
              <a:off x="6850273" y="485599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del lóbulo de la oreja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84" name="Google Shape;784;g3f45a9ea68d_0_1947"/>
            <p:cNvSpPr txBox="1"/>
            <p:nvPr/>
          </p:nvSpPr>
          <p:spPr>
            <a:xfrm>
              <a:off x="6325302" y="485545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785" name="Google Shape;785;g3f45a9ea68d_0_1947"/>
          <p:cNvCxnSpPr/>
          <p:nvPr/>
        </p:nvCxnSpPr>
        <p:spPr>
          <a:xfrm>
            <a:off x="7030912" y="53377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g3f45a9ea68d_0_1947"/>
          <p:cNvCxnSpPr/>
          <p:nvPr/>
        </p:nvCxnSpPr>
        <p:spPr>
          <a:xfrm>
            <a:off x="7030912" y="3548405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g3f45a9ea68d_0_1947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8" name="Google Shape;788;g3f45a9ea68d_0_1947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g3f45a9ea68d_0_2015" title="FEP-SYMBOL-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4" name="Google Shape;794;g3f45a9ea68d_0_2015"/>
          <p:cNvGrpSpPr/>
          <p:nvPr/>
        </p:nvGrpSpPr>
        <p:grpSpPr>
          <a:xfrm>
            <a:off x="1350650" y="1291407"/>
            <a:ext cx="4679273" cy="385263"/>
            <a:chOff x="1350650" y="1291407"/>
            <a:chExt cx="4679273" cy="385263"/>
          </a:xfrm>
        </p:grpSpPr>
        <p:sp>
          <p:nvSpPr>
            <p:cNvPr id="795" name="Google Shape;795;g3f45a9ea68d_0_2015"/>
            <p:cNvSpPr txBox="1"/>
            <p:nvPr/>
          </p:nvSpPr>
          <p:spPr>
            <a:xfrm>
              <a:off x="1911223" y="12992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surco nasolabial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96" name="Google Shape;796;g3f45a9ea68d_0_2015"/>
            <p:cNvSpPr txBox="1"/>
            <p:nvPr/>
          </p:nvSpPr>
          <p:spPr>
            <a:xfrm>
              <a:off x="1350650" y="12914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797" name="Google Shape;797;g3f45a9ea68d_0_2015"/>
          <p:cNvGrpSpPr/>
          <p:nvPr/>
        </p:nvGrpSpPr>
        <p:grpSpPr>
          <a:xfrm>
            <a:off x="1350650" y="1884449"/>
            <a:ext cx="4679273" cy="385263"/>
            <a:chOff x="1350650" y="1916707"/>
            <a:chExt cx="4679273" cy="385263"/>
          </a:xfrm>
        </p:grpSpPr>
        <p:sp>
          <p:nvSpPr>
            <p:cNvPr id="798" name="Google Shape;798;g3f45a9ea68d_0_2015"/>
            <p:cNvSpPr txBox="1"/>
            <p:nvPr/>
          </p:nvSpPr>
          <p:spPr>
            <a:xfrm>
              <a:off x="1911223" y="192457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malar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799" name="Google Shape;799;g3f45a9ea68d_0_2015"/>
            <p:cNvSpPr txBox="1"/>
            <p:nvPr/>
          </p:nvSpPr>
          <p:spPr>
            <a:xfrm>
              <a:off x="1350650" y="191670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00" name="Google Shape;800;g3f45a9ea68d_0_2015"/>
          <p:cNvGrpSpPr/>
          <p:nvPr/>
        </p:nvGrpSpPr>
        <p:grpSpPr>
          <a:xfrm>
            <a:off x="1350650" y="2477491"/>
            <a:ext cx="4679273" cy="385262"/>
            <a:chOff x="1350650" y="2536767"/>
            <a:chExt cx="4679273" cy="385262"/>
          </a:xfrm>
        </p:grpSpPr>
        <p:sp>
          <p:nvSpPr>
            <p:cNvPr id="801" name="Google Shape;801;g3f45a9ea68d_0_2015"/>
            <p:cNvSpPr txBox="1"/>
            <p:nvPr/>
          </p:nvSpPr>
          <p:spPr>
            <a:xfrm>
              <a:off x="1911223" y="2544629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ojeras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02" name="Google Shape;802;g3f45a9ea68d_0_2015"/>
            <p:cNvSpPr txBox="1"/>
            <p:nvPr/>
          </p:nvSpPr>
          <p:spPr>
            <a:xfrm>
              <a:off x="1350650" y="253676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03" name="Google Shape;803;g3f45a9ea68d_0_2015"/>
          <p:cNvGrpSpPr/>
          <p:nvPr/>
        </p:nvGrpSpPr>
        <p:grpSpPr>
          <a:xfrm>
            <a:off x="1350650" y="3070532"/>
            <a:ext cx="4679273" cy="385263"/>
            <a:chOff x="1350650" y="3150887"/>
            <a:chExt cx="4679273" cy="385263"/>
          </a:xfrm>
        </p:grpSpPr>
        <p:sp>
          <p:nvSpPr>
            <p:cNvPr id="804" name="Google Shape;804;g3f45a9ea68d_0_2015"/>
            <p:cNvSpPr txBox="1"/>
            <p:nvPr/>
          </p:nvSpPr>
          <p:spPr>
            <a:xfrm>
              <a:off x="1911223" y="315875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</a:t>
              </a: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abertura cigomática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05" name="Google Shape;805;g3f45a9ea68d_0_2015"/>
            <p:cNvSpPr txBox="1"/>
            <p:nvPr/>
          </p:nvSpPr>
          <p:spPr>
            <a:xfrm>
              <a:off x="1350650" y="315088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06" name="Google Shape;806;g3f45a9ea68d_0_2015"/>
          <p:cNvGrpSpPr/>
          <p:nvPr/>
        </p:nvGrpSpPr>
        <p:grpSpPr>
          <a:xfrm>
            <a:off x="1350650" y="3663573"/>
            <a:ext cx="4679273" cy="385262"/>
            <a:chOff x="1350650" y="3753460"/>
            <a:chExt cx="4679273" cy="385262"/>
          </a:xfrm>
        </p:grpSpPr>
        <p:sp>
          <p:nvSpPr>
            <p:cNvPr id="807" name="Google Shape;807;g3f45a9ea68d_0_2015"/>
            <p:cNvSpPr txBox="1"/>
            <p:nvPr/>
          </p:nvSpPr>
          <p:spPr>
            <a:xfrm>
              <a:off x="1911223" y="376132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mandíbula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08" name="Google Shape;808;g3f45a9ea68d_0_2015"/>
            <p:cNvSpPr txBox="1"/>
            <p:nvPr/>
          </p:nvSpPr>
          <p:spPr>
            <a:xfrm>
              <a:off x="1350650" y="375346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09" name="Google Shape;809;g3f45a9ea68d_0_2015"/>
          <p:cNvGrpSpPr/>
          <p:nvPr/>
        </p:nvGrpSpPr>
        <p:grpSpPr>
          <a:xfrm>
            <a:off x="1350650" y="4256614"/>
            <a:ext cx="4679273" cy="385262"/>
            <a:chOff x="1350650" y="4363582"/>
            <a:chExt cx="4679273" cy="385262"/>
          </a:xfrm>
        </p:grpSpPr>
        <p:sp>
          <p:nvSpPr>
            <p:cNvPr id="810" name="Google Shape;810;g3f45a9ea68d_0_2015"/>
            <p:cNvSpPr txBox="1"/>
            <p:nvPr/>
          </p:nvSpPr>
          <p:spPr>
            <a:xfrm>
              <a:off x="1911223" y="43714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mentón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11" name="Google Shape;811;g3f45a9ea68d_0_2015"/>
            <p:cNvSpPr txBox="1"/>
            <p:nvPr/>
          </p:nvSpPr>
          <p:spPr>
            <a:xfrm>
              <a:off x="1350650" y="43635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12" name="Google Shape;812;g3f45a9ea68d_0_2015"/>
          <p:cNvGrpSpPr/>
          <p:nvPr/>
        </p:nvGrpSpPr>
        <p:grpSpPr>
          <a:xfrm>
            <a:off x="1350650" y="4849655"/>
            <a:ext cx="4679273" cy="385262"/>
            <a:chOff x="1350650" y="4988882"/>
            <a:chExt cx="4679273" cy="385262"/>
          </a:xfrm>
        </p:grpSpPr>
        <p:sp>
          <p:nvSpPr>
            <p:cNvPr id="813" name="Google Shape;813;g3f45a9ea68d_0_2015"/>
            <p:cNvSpPr txBox="1"/>
            <p:nvPr/>
          </p:nvSpPr>
          <p:spPr>
            <a:xfrm>
              <a:off x="1911223" y="4996744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pre-jowl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14" name="Google Shape;814;g3f45a9ea68d_0_2015"/>
            <p:cNvSpPr txBox="1"/>
            <p:nvPr/>
          </p:nvSpPr>
          <p:spPr>
            <a:xfrm>
              <a:off x="1350650" y="498888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815" name="Google Shape;815;g3f45a9ea68d_0_2015"/>
          <p:cNvCxnSpPr/>
          <p:nvPr/>
        </p:nvCxnSpPr>
        <p:spPr>
          <a:xfrm>
            <a:off x="1350650" y="1765110"/>
            <a:ext cx="474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g3f45a9ea68d_0_2015"/>
          <p:cNvCxnSpPr/>
          <p:nvPr/>
        </p:nvCxnSpPr>
        <p:spPr>
          <a:xfrm>
            <a:off x="1350650" y="2358151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g3f45a9ea68d_0_2015"/>
          <p:cNvCxnSpPr/>
          <p:nvPr/>
        </p:nvCxnSpPr>
        <p:spPr>
          <a:xfrm>
            <a:off x="1350650" y="2951193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g3f45a9ea68d_0_2015"/>
          <p:cNvCxnSpPr/>
          <p:nvPr/>
        </p:nvCxnSpPr>
        <p:spPr>
          <a:xfrm>
            <a:off x="1350650" y="3544234"/>
            <a:ext cx="474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g3f45a9ea68d_0_2015"/>
          <p:cNvCxnSpPr/>
          <p:nvPr/>
        </p:nvCxnSpPr>
        <p:spPr>
          <a:xfrm>
            <a:off x="1350650" y="4137275"/>
            <a:ext cx="473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g3f45a9ea68d_0_2015"/>
          <p:cNvCxnSpPr/>
          <p:nvPr/>
        </p:nvCxnSpPr>
        <p:spPr>
          <a:xfrm>
            <a:off x="1350650" y="4730316"/>
            <a:ext cx="472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g3f45a9ea68d_0_2015"/>
          <p:cNvCxnSpPr/>
          <p:nvPr/>
        </p:nvCxnSpPr>
        <p:spPr>
          <a:xfrm>
            <a:off x="1350650" y="593116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2" name="Google Shape;822;g3f45a9ea68d_0_2015"/>
          <p:cNvCxnSpPr/>
          <p:nvPr/>
        </p:nvCxnSpPr>
        <p:spPr>
          <a:xfrm>
            <a:off x="7030912" y="1763187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g3f45a9ea68d_0_2015"/>
          <p:cNvCxnSpPr/>
          <p:nvPr/>
        </p:nvCxnSpPr>
        <p:spPr>
          <a:xfrm>
            <a:off x="7030912" y="23605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4" name="Google Shape;824;g3f45a9ea68d_0_2015"/>
          <p:cNvGrpSpPr/>
          <p:nvPr/>
        </p:nvGrpSpPr>
        <p:grpSpPr>
          <a:xfrm>
            <a:off x="1350650" y="5442700"/>
            <a:ext cx="5081375" cy="377400"/>
            <a:chOff x="1350650" y="5455815"/>
            <a:chExt cx="5081375" cy="377400"/>
          </a:xfrm>
        </p:grpSpPr>
        <p:sp>
          <p:nvSpPr>
            <p:cNvPr id="825" name="Google Shape;825;g3f45a9ea68d_0_2015"/>
            <p:cNvSpPr txBox="1"/>
            <p:nvPr/>
          </p:nvSpPr>
          <p:spPr>
            <a:xfrm>
              <a:off x="1875625" y="5455815"/>
              <a:ext cx="45564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surco labiomentoniano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26" name="Google Shape;826;g3f45a9ea68d_0_2015"/>
            <p:cNvSpPr txBox="1"/>
            <p:nvPr/>
          </p:nvSpPr>
          <p:spPr>
            <a:xfrm>
              <a:off x="1350650" y="5478441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#08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27" name="Google Shape;827;g3f45a9ea68d_0_2015"/>
          <p:cNvGrpSpPr/>
          <p:nvPr/>
        </p:nvGrpSpPr>
        <p:grpSpPr>
          <a:xfrm>
            <a:off x="1350650" y="6050506"/>
            <a:ext cx="4643673" cy="377400"/>
            <a:chOff x="1350650" y="6084225"/>
            <a:chExt cx="4643673" cy="377400"/>
          </a:xfrm>
        </p:grpSpPr>
        <p:sp>
          <p:nvSpPr>
            <p:cNvPr id="828" name="Google Shape;828;g3f45a9ea68d_0_2015"/>
            <p:cNvSpPr txBox="1"/>
            <p:nvPr/>
          </p:nvSpPr>
          <p:spPr>
            <a:xfrm>
              <a:off x="1875623" y="608422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labial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29" name="Google Shape;829;g3f45a9ea68d_0_2015"/>
            <p:cNvSpPr txBox="1"/>
            <p:nvPr/>
          </p:nvSpPr>
          <p:spPr>
            <a:xfrm>
              <a:off x="1350650" y="608422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#09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30" name="Google Shape;830;g3f45a9ea68d_0_2015"/>
          <p:cNvGrpSpPr/>
          <p:nvPr/>
        </p:nvGrpSpPr>
        <p:grpSpPr>
          <a:xfrm>
            <a:off x="6951402" y="1280738"/>
            <a:ext cx="4643671" cy="377400"/>
            <a:chOff x="6341802" y="1280738"/>
            <a:chExt cx="4643671" cy="377400"/>
          </a:xfrm>
        </p:grpSpPr>
        <p:sp>
          <p:nvSpPr>
            <p:cNvPr id="831" name="Google Shape;831;g3f45a9ea68d_0_2015"/>
            <p:cNvSpPr txBox="1"/>
            <p:nvPr/>
          </p:nvSpPr>
          <p:spPr>
            <a:xfrm>
              <a:off x="6866773" y="128073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Rinomodelación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32" name="Google Shape;832;g3f45a9ea68d_0_2015"/>
            <p:cNvSpPr txBox="1"/>
            <p:nvPr/>
          </p:nvSpPr>
          <p:spPr>
            <a:xfrm>
              <a:off x="6341802" y="129585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#10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33" name="Google Shape;833;g3f45a9ea68d_0_2015"/>
          <p:cNvGrpSpPr/>
          <p:nvPr/>
        </p:nvGrpSpPr>
        <p:grpSpPr>
          <a:xfrm>
            <a:off x="6951402" y="1884019"/>
            <a:ext cx="4643671" cy="377400"/>
            <a:chOff x="6341802" y="1900797"/>
            <a:chExt cx="4643671" cy="377400"/>
          </a:xfrm>
        </p:grpSpPr>
        <p:sp>
          <p:nvSpPr>
            <p:cNvPr id="834" name="Google Shape;834;g3f45a9ea68d_0_2015"/>
            <p:cNvSpPr txBox="1"/>
            <p:nvPr/>
          </p:nvSpPr>
          <p:spPr>
            <a:xfrm>
              <a:off x="6866773" y="1900797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sienes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35" name="Google Shape;835;g3f45a9ea68d_0_2015"/>
            <p:cNvSpPr txBox="1"/>
            <p:nvPr/>
          </p:nvSpPr>
          <p:spPr>
            <a:xfrm>
              <a:off x="6341802" y="1909975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#11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36" name="Google Shape;836;g3f45a9ea68d_0_2015"/>
          <p:cNvGrpSpPr/>
          <p:nvPr/>
        </p:nvGrpSpPr>
        <p:grpSpPr>
          <a:xfrm>
            <a:off x="6951402" y="2481361"/>
            <a:ext cx="4643671" cy="377941"/>
            <a:chOff x="6341802" y="2514377"/>
            <a:chExt cx="4643671" cy="377941"/>
          </a:xfrm>
        </p:grpSpPr>
        <p:sp>
          <p:nvSpPr>
            <p:cNvPr id="837" name="Google Shape;837;g3f45a9ea68d_0_2015"/>
            <p:cNvSpPr txBox="1"/>
            <p:nvPr/>
          </p:nvSpPr>
          <p:spPr>
            <a:xfrm>
              <a:off x="6866773" y="2514918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frente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38" name="Google Shape;838;g3f45a9ea68d_0_2015"/>
            <p:cNvSpPr txBox="1"/>
            <p:nvPr/>
          </p:nvSpPr>
          <p:spPr>
            <a:xfrm>
              <a:off x="6341802" y="2514377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#12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39" name="Google Shape;839;g3f45a9ea68d_0_2015"/>
          <p:cNvGrpSpPr/>
          <p:nvPr/>
        </p:nvGrpSpPr>
        <p:grpSpPr>
          <a:xfrm>
            <a:off x="6951402" y="3070065"/>
            <a:ext cx="4643671" cy="377400"/>
            <a:chOff x="6341802" y="3117490"/>
            <a:chExt cx="4643671" cy="377400"/>
          </a:xfrm>
        </p:grpSpPr>
        <p:sp>
          <p:nvSpPr>
            <p:cNvPr id="840" name="Google Shape;840;g3f45a9ea68d_0_2015"/>
            <p:cNvSpPr txBox="1"/>
            <p:nvPr/>
          </p:nvSpPr>
          <p:spPr>
            <a:xfrm>
              <a:off x="6866773" y="3117490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glabela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41" name="Google Shape;841;g3f45a9ea68d_0_2015"/>
            <p:cNvSpPr txBox="1"/>
            <p:nvPr/>
          </p:nvSpPr>
          <p:spPr>
            <a:xfrm>
              <a:off x="6341802" y="3128498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#13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842" name="Google Shape;842;g3f45a9ea68d_0_2015"/>
          <p:cNvCxnSpPr/>
          <p:nvPr/>
        </p:nvCxnSpPr>
        <p:spPr>
          <a:xfrm>
            <a:off x="7030912" y="29492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g3f45a9ea68d_0_2015"/>
          <p:cNvCxnSpPr/>
          <p:nvPr/>
        </p:nvCxnSpPr>
        <p:spPr>
          <a:xfrm>
            <a:off x="7030912" y="4151686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g3f45a9ea68d_0_2015"/>
          <p:cNvCxnSpPr/>
          <p:nvPr/>
        </p:nvCxnSpPr>
        <p:spPr>
          <a:xfrm>
            <a:off x="7030912" y="4749029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45" name="Google Shape;845;g3f45a9ea68d_0_2015"/>
          <p:cNvGrpSpPr/>
          <p:nvPr/>
        </p:nvGrpSpPr>
        <p:grpSpPr>
          <a:xfrm>
            <a:off x="6934902" y="3669237"/>
            <a:ext cx="4643671" cy="377400"/>
            <a:chOff x="6325302" y="3621813"/>
            <a:chExt cx="4643671" cy="377400"/>
          </a:xfrm>
        </p:grpSpPr>
        <p:sp>
          <p:nvSpPr>
            <p:cNvPr id="846" name="Google Shape;846;g3f45a9ea68d_0_2015"/>
            <p:cNvSpPr txBox="1"/>
            <p:nvPr/>
          </p:nvSpPr>
          <p:spPr>
            <a:xfrm>
              <a:off x="6850273" y="362181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comisura labial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47" name="Google Shape;847;g3f45a9ea68d_0_2015"/>
            <p:cNvSpPr txBox="1"/>
            <p:nvPr/>
          </p:nvSpPr>
          <p:spPr>
            <a:xfrm>
              <a:off x="6325302" y="363693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#14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48" name="Google Shape;848;g3f45a9ea68d_0_2015"/>
          <p:cNvGrpSpPr/>
          <p:nvPr/>
        </p:nvGrpSpPr>
        <p:grpSpPr>
          <a:xfrm>
            <a:off x="6934902" y="4272518"/>
            <a:ext cx="4643671" cy="377400"/>
            <a:chOff x="6325302" y="4241872"/>
            <a:chExt cx="4643671" cy="377400"/>
          </a:xfrm>
        </p:grpSpPr>
        <p:sp>
          <p:nvSpPr>
            <p:cNvPr id="849" name="Google Shape;849;g3f45a9ea68d_0_2015"/>
            <p:cNvSpPr txBox="1"/>
            <p:nvPr/>
          </p:nvSpPr>
          <p:spPr>
            <a:xfrm>
              <a:off x="6850273" y="4241872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 cejas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50" name="Google Shape;850;g3f45a9ea68d_0_2015"/>
            <p:cNvSpPr txBox="1"/>
            <p:nvPr/>
          </p:nvSpPr>
          <p:spPr>
            <a:xfrm>
              <a:off x="6325302" y="4251050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#15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51" name="Google Shape;851;g3f45a9ea68d_0_2015"/>
          <p:cNvGrpSpPr/>
          <p:nvPr/>
        </p:nvGrpSpPr>
        <p:grpSpPr>
          <a:xfrm>
            <a:off x="6934902" y="4869861"/>
            <a:ext cx="4643671" cy="377941"/>
            <a:chOff x="6325302" y="4855452"/>
            <a:chExt cx="4643671" cy="377941"/>
          </a:xfrm>
        </p:grpSpPr>
        <p:sp>
          <p:nvSpPr>
            <p:cNvPr id="852" name="Google Shape;852;g3f45a9ea68d_0_2015"/>
            <p:cNvSpPr txBox="1"/>
            <p:nvPr/>
          </p:nvSpPr>
          <p:spPr>
            <a:xfrm>
              <a:off x="6850273" y="4855993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 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del lóbulo de la oreja</a:t>
              </a:r>
              <a:endParaRPr b="1" i="0" sz="1520" u="none" cap="none" strike="noStrike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53" name="Google Shape;853;g3f45a9ea68d_0_2015"/>
            <p:cNvSpPr txBox="1"/>
            <p:nvPr/>
          </p:nvSpPr>
          <p:spPr>
            <a:xfrm>
              <a:off x="6325302" y="4855452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#16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854" name="Google Shape;854;g3f45a9ea68d_0_2015"/>
          <p:cNvGrpSpPr/>
          <p:nvPr/>
        </p:nvGrpSpPr>
        <p:grpSpPr>
          <a:xfrm>
            <a:off x="6934902" y="5458565"/>
            <a:ext cx="4643671" cy="377400"/>
            <a:chOff x="6325302" y="5458565"/>
            <a:chExt cx="4643671" cy="377400"/>
          </a:xfrm>
        </p:grpSpPr>
        <p:sp>
          <p:nvSpPr>
            <p:cNvPr id="855" name="Google Shape;855;g3f45a9ea68d_0_2015"/>
            <p:cNvSpPr txBox="1"/>
            <p:nvPr/>
          </p:nvSpPr>
          <p:spPr>
            <a:xfrm>
              <a:off x="6850273" y="5458565"/>
              <a:ext cx="41187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20"/>
                <a:buFont typeface="Arial"/>
                <a:buNone/>
              </a:pPr>
              <a:r>
                <a:rPr b="0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Relleno</a:t>
              </a:r>
              <a:r>
                <a:rPr b="1" i="0" lang="en-US" sz="1520" u="none" cap="none" strike="noStrike">
                  <a:solidFill>
                    <a:schemeClr val="dk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 preauricular</a:t>
              </a:r>
              <a:endParaRPr b="1" i="0" sz="1520" u="none" cap="none" strike="noStrike">
                <a:solidFill>
                  <a:srgbClr val="000000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856" name="Google Shape;856;g3f45a9ea68d_0_2015"/>
            <p:cNvSpPr txBox="1"/>
            <p:nvPr/>
          </p:nvSpPr>
          <p:spPr>
            <a:xfrm>
              <a:off x="6325302" y="5469573"/>
              <a:ext cx="5862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975" lIns="70975" spcFirstLastPara="1" rIns="70975" wrap="square" tIns="709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20"/>
                <a:buFont typeface="Arial"/>
                <a:buNone/>
              </a:pPr>
              <a:r>
                <a:rPr b="1" i="0" lang="en-US" sz="1320" u="none" cap="none" strike="noStrike">
                  <a:solidFill>
                    <a:srgbClr val="6A448A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#17</a:t>
              </a:r>
              <a:endParaRPr b="1" i="0" sz="1320" u="none" cap="none" strike="noStrike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857" name="Google Shape;857;g3f45a9ea68d_0_2015"/>
          <p:cNvCxnSpPr/>
          <p:nvPr/>
        </p:nvCxnSpPr>
        <p:spPr>
          <a:xfrm>
            <a:off x="7030912" y="5337733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g3f45a9ea68d_0_2015"/>
          <p:cNvCxnSpPr/>
          <p:nvPr/>
        </p:nvCxnSpPr>
        <p:spPr>
          <a:xfrm>
            <a:off x="7030912" y="3548405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g3f45a9ea68d_0_2015"/>
          <p:cNvCxnSpPr/>
          <p:nvPr/>
        </p:nvCxnSpPr>
        <p:spPr>
          <a:xfrm>
            <a:off x="1390975" y="5323356"/>
            <a:ext cx="468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g3f45a9ea68d_0_2015"/>
          <p:cNvCxnSpPr/>
          <p:nvPr/>
        </p:nvCxnSpPr>
        <p:spPr>
          <a:xfrm>
            <a:off x="1350650" y="6475916"/>
            <a:ext cx="471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g3f45a9ea68d_0_2015"/>
          <p:cNvCxnSpPr/>
          <p:nvPr/>
        </p:nvCxnSpPr>
        <p:spPr>
          <a:xfrm>
            <a:off x="7030912" y="5898358"/>
            <a:ext cx="40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Google Shape;866;g3f45a9ea68d_0_2087" title="DP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0638" y="152400"/>
            <a:ext cx="3970732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g3f45a9ea68d_0_2087"/>
          <p:cNvSpPr/>
          <p:nvPr/>
        </p:nvSpPr>
        <p:spPr>
          <a:xfrm>
            <a:off x="5321350" y="322725"/>
            <a:ext cx="1668900" cy="296700"/>
          </a:xfrm>
          <a:prstGeom prst="rect">
            <a:avLst/>
          </a:prstGeom>
          <a:solidFill>
            <a:srgbClr val="FEFD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8" name="Google Shape;868;g3f45a9ea68d_0_2087" title="FEP-SYMBOL-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g3f45a9ea68d_0_2093" title="DP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2025" y="292025"/>
            <a:ext cx="3801524" cy="627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g3f45a9ea68d_0_2093" title="Captura de Tela 2026-07-10 às 12.01.20 2.png"/>
          <p:cNvPicPr preferRelativeResize="0"/>
          <p:nvPr/>
        </p:nvPicPr>
        <p:blipFill rotWithShape="1">
          <a:blip r:embed="rId5">
            <a:alphaModFix/>
          </a:blip>
          <a:srcRect b="269" l="0" r="0" t="269"/>
          <a:stretch/>
        </p:blipFill>
        <p:spPr>
          <a:xfrm>
            <a:off x="5973550" y="823375"/>
            <a:ext cx="4473355" cy="5570083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g3f45a9ea68d_0_2093"/>
          <p:cNvSpPr/>
          <p:nvPr/>
        </p:nvSpPr>
        <p:spPr>
          <a:xfrm>
            <a:off x="3336443" y="452850"/>
            <a:ext cx="1668900" cy="296700"/>
          </a:xfrm>
          <a:prstGeom prst="rect">
            <a:avLst/>
          </a:prstGeom>
          <a:solidFill>
            <a:srgbClr val="FE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6" name="Google Shape;876;g3f45a9ea68d_0_2093" title="FEP-SYMBOL-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g3f45a9ea68d_0_2100" title="DP3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6750" y="152400"/>
            <a:ext cx="3858491" cy="6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g3f45a9ea68d_0_2100" title="FEP-SYMBOL-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g3f45a9ea68d_0_2100"/>
          <p:cNvSpPr/>
          <p:nvPr/>
        </p:nvSpPr>
        <p:spPr>
          <a:xfrm>
            <a:off x="5109920" y="269400"/>
            <a:ext cx="1419300" cy="383700"/>
          </a:xfrm>
          <a:prstGeom prst="rect">
            <a:avLst/>
          </a:prstGeom>
          <a:solidFill>
            <a:srgbClr val="FE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g3f45a9ea68d_0_2105" title="DP3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9750" y="849937"/>
            <a:ext cx="3037075" cy="515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g3f45a9ea68d_0_2105" title="NOVO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3625" y="1319413"/>
            <a:ext cx="3696801" cy="42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g3f45a9ea68d_0_2105" title="FEP-SYMBOL-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g3f45a9ea68d_0_2105"/>
          <p:cNvSpPr/>
          <p:nvPr/>
        </p:nvSpPr>
        <p:spPr>
          <a:xfrm>
            <a:off x="3554875" y="915898"/>
            <a:ext cx="1183500" cy="305100"/>
          </a:xfrm>
          <a:prstGeom prst="rect">
            <a:avLst/>
          </a:prstGeom>
          <a:solidFill>
            <a:srgbClr val="FE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6" name="Google Shape;896;g3f45a9ea68d_0_2111" title="DP6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5725" y="152400"/>
            <a:ext cx="4080549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g3f45a9ea68d_0_2111" title="FEP-SYMBOL-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Google Shape;902;g3f45a9ea68d_0_2116" title="DP6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6650" y="1104900"/>
            <a:ext cx="3179350" cy="510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g3f45a9ea68d_0_2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2375" y="1104900"/>
            <a:ext cx="3701625" cy="505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g3f45a9ea68d_0_2116" title="FEP-SYMBOL-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Google Shape;909;g3f45a9ea68d_0_2122" title="DP1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5375" y="152400"/>
            <a:ext cx="4241244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g3f45a9ea68d_0_2122"/>
          <p:cNvSpPr/>
          <p:nvPr/>
        </p:nvSpPr>
        <p:spPr>
          <a:xfrm>
            <a:off x="5290125" y="229025"/>
            <a:ext cx="1668900" cy="2967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1" name="Google Shape;911;g3f45a9ea68d_0_2122" title="FEP-SYMBOL-BLACK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Google Shape;916;g3f45a9ea68d_0_2128" title="DP1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5450" y="695975"/>
            <a:ext cx="3537650" cy="546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f45a9ea68d_0_2128" title="depoimento-brunieli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6449" y="695975"/>
            <a:ext cx="3352508" cy="5466049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g3f45a9ea68d_0_2128"/>
          <p:cNvSpPr/>
          <p:nvPr/>
        </p:nvSpPr>
        <p:spPr>
          <a:xfrm>
            <a:off x="7353800" y="777800"/>
            <a:ext cx="1297800" cy="183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g3f45a9ea68d_0_2128"/>
          <p:cNvSpPr/>
          <p:nvPr/>
        </p:nvSpPr>
        <p:spPr>
          <a:xfrm>
            <a:off x="3645375" y="777800"/>
            <a:ext cx="1337100" cy="217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0" name="Google Shape;920;g3f45a9ea68d_0_2128" title="FEP-SYMBOL-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g3f45a9ea68d_0_2136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g3f45a9ea68d_0_2136" title="brunielli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8062" y="676150"/>
            <a:ext cx="4095876" cy="550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g3f45a9ea68d_0_2141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g3f45a9ea68d_0_2141" title="brunielli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5437" y="911175"/>
            <a:ext cx="4095876" cy="550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g3f45a9ea68d_0_2141" title="Brunieli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6099" y="1290425"/>
            <a:ext cx="4547349" cy="459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g3f45a9ea68d_0_2147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g3f45a9ea68d_0_2147" title="Deborah Silveira.jpg"/>
          <p:cNvPicPr preferRelativeResize="0"/>
          <p:nvPr/>
        </p:nvPicPr>
        <p:blipFill rotWithShape="1">
          <a:blip r:embed="rId5">
            <a:alphaModFix/>
          </a:blip>
          <a:srcRect b="0" l="1775" r="1775" t="0"/>
          <a:stretch/>
        </p:blipFill>
        <p:spPr>
          <a:xfrm>
            <a:off x="3780288" y="1191450"/>
            <a:ext cx="4779824" cy="483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Google Shape;944;g3f45a9ea68d_0_2152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g3f45a9ea68d_0_2152" title="Deborah Silveira.jpg"/>
          <p:cNvPicPr preferRelativeResize="0"/>
          <p:nvPr/>
        </p:nvPicPr>
        <p:blipFill rotWithShape="1">
          <a:blip r:embed="rId5">
            <a:alphaModFix/>
          </a:blip>
          <a:srcRect b="0" l="1775" r="1775" t="0"/>
          <a:stretch/>
        </p:blipFill>
        <p:spPr>
          <a:xfrm>
            <a:off x="1242450" y="1475975"/>
            <a:ext cx="4779824" cy="483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g3f45a9ea68d_0_2152" title="DPL-2.png"/>
          <p:cNvPicPr preferRelativeResize="0"/>
          <p:nvPr/>
        </p:nvPicPr>
        <p:blipFill rotWithShape="1">
          <a:blip r:embed="rId6">
            <a:alphaModFix/>
          </a:blip>
          <a:srcRect b="1728" l="0" r="0" t="1728"/>
          <a:stretch/>
        </p:blipFill>
        <p:spPr>
          <a:xfrm>
            <a:off x="6169725" y="1475975"/>
            <a:ext cx="4779824" cy="483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g3f45a9ea68d_0_2158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g3f45a9ea68d_0_2158" title="2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9125" y="443588"/>
            <a:ext cx="3513750" cy="597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g3f45a9ea68d_0_2163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g3f45a9ea68d_0_2163" title="2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3850" y="443588"/>
            <a:ext cx="3513750" cy="597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g3f45a9ea68d_0_2163" title="4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1025" y="746663"/>
            <a:ext cx="4828200" cy="536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g3f45a9ea68d_0_2169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g3f45a9ea68d_0_2169" title="DP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3762" y="924937"/>
            <a:ext cx="4664476" cy="500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g3f45a9ea68d_0_2174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g3f45a9ea68d_0_2174" title="DP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1662" y="1110487"/>
            <a:ext cx="4664476" cy="500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g3f45a9ea68d_0_2174" title="IMG_9608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3550" y="1110500"/>
            <a:ext cx="3706801" cy="517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7" name="Google Shape;977;g3f45a9ea68d_0_2180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g3f45a9ea68d_0_2180" title="IMG_096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5850" y="577187"/>
            <a:ext cx="5060299" cy="570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g3f45a9ea68d_0_2185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g3f45a9ea68d_0_2185" title="IMG_0968.PNG"/>
          <p:cNvPicPr preferRelativeResize="0"/>
          <p:nvPr/>
        </p:nvPicPr>
        <p:blipFill rotWithShape="1">
          <a:blip r:embed="rId5">
            <a:alphaModFix/>
          </a:blip>
          <a:srcRect b="2174" l="0" r="13771" t="1635"/>
          <a:stretch/>
        </p:blipFill>
        <p:spPr>
          <a:xfrm>
            <a:off x="2514375" y="670700"/>
            <a:ext cx="4363425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g3f45a9ea68d_0_2185" title="12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20925" y="577175"/>
            <a:ext cx="3290725" cy="557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g3f45a9ea68d_0_2191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g3f45a9ea68d_0_2191" title="13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212" y="742213"/>
            <a:ext cx="5373576" cy="537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g3f45a9ea68d_0_2196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g3f45a9ea68d_0_2196" title="13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5000" y="1275650"/>
            <a:ext cx="4753576" cy="475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g3f45a9ea68d_0_2196" title="DPN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0925" y="1275650"/>
            <a:ext cx="4753576" cy="475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g3f45a9ea68d_0_2202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g3f45a9ea68d_0_2202" title="img 4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5525" y="688525"/>
            <a:ext cx="5480952" cy="5480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g3f45a9ea68d_0_2207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g3f45a9ea68d_0_2207" title="img 4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6312" y="1533875"/>
            <a:ext cx="4722176" cy="472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g3f45a9ea68d_0_2207" title="img 9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512" y="1533875"/>
            <a:ext cx="4722176" cy="472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oogle Shape;1016;g3f45a9ea68d_0_2213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g3f45a9ea68d_0_2213" title="img 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3300" y="546300"/>
            <a:ext cx="5765400" cy="57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2" name="Google Shape;1022;g3f45a9ea68d_0_2218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g3f45a9ea68d_0_2218" title="img 6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9900" y="1583400"/>
            <a:ext cx="4307752" cy="430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g3f45a9ea68d_0_2218" title="img-2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1650" y="1583400"/>
            <a:ext cx="4307748" cy="430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Google Shape;1029;g3f45a9ea68d_0_2224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g3f45a9ea68d_0_2224" title="WhatsApp Image 2023-10-05 at 19.51.51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1825" y="564825"/>
            <a:ext cx="5728352" cy="5728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g3f45a9ea68d_0_2229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075" y="0"/>
            <a:ext cx="1761475" cy="17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g3f45a9ea68d_0_2229" title="WhatsApp Image 2023-10-05 at 19.51.51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75250" y="1625425"/>
            <a:ext cx="4531700" cy="45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g3f45a9ea68d_0_2229" title="0F84BF79-F312-47EE-B7B6-E97A1728F079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5050" y="1625425"/>
            <a:ext cx="4531700" cy="45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Google Shape;1062;g3f493814788_3_0" title="Background.png"/>
          <p:cNvPicPr preferRelativeResize="0"/>
          <p:nvPr/>
        </p:nvPicPr>
        <p:blipFill rotWithShape="1">
          <a:blip r:embed="rId3">
            <a:alphaModFix/>
          </a:blip>
          <a:srcRect b="0" l="485" r="475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g3f493814788_3_0"/>
          <p:cNvSpPr/>
          <p:nvPr/>
        </p:nvSpPr>
        <p:spPr>
          <a:xfrm>
            <a:off x="3655050" y="2487850"/>
            <a:ext cx="4560300" cy="89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4" name="Google Shape;1064;g3f493814788_3_0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3150" y="789729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g3f493814788_3_0"/>
          <p:cNvSpPr/>
          <p:nvPr/>
        </p:nvSpPr>
        <p:spPr>
          <a:xfrm>
            <a:off x="3917542" y="2624800"/>
            <a:ext cx="4035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30 DÍAS</a:t>
            </a:r>
            <a:r>
              <a:rPr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DE GARANTÍA</a:t>
            </a:r>
            <a:endParaRPr sz="2637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g3f3be118244_0_0" title="Background.png"/>
          <p:cNvPicPr preferRelativeResize="0"/>
          <p:nvPr/>
        </p:nvPicPr>
        <p:blipFill rotWithShape="1">
          <a:blip r:embed="rId3">
            <a:alphaModFix/>
          </a:blip>
          <a:srcRect b="0" l="485" r="475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g3f3be118244_0_0"/>
          <p:cNvSpPr/>
          <p:nvPr/>
        </p:nvSpPr>
        <p:spPr>
          <a:xfrm>
            <a:off x="3655050" y="2487850"/>
            <a:ext cx="4560300" cy="89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f3be118244_0_0"/>
          <p:cNvSpPr/>
          <p:nvPr/>
        </p:nvSpPr>
        <p:spPr>
          <a:xfrm>
            <a:off x="3655050" y="3527125"/>
            <a:ext cx="4560300" cy="891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3" name="Google Shape;1073;g3f3be118244_0_0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3150" y="789729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g3f3be118244_0_0"/>
          <p:cNvSpPr/>
          <p:nvPr/>
        </p:nvSpPr>
        <p:spPr>
          <a:xfrm>
            <a:off x="4078342" y="2643475"/>
            <a:ext cx="4035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30 DÍAS</a:t>
            </a:r>
            <a:r>
              <a:rPr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DE GARANTÍA</a:t>
            </a:r>
            <a:endParaRPr sz="2637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075" name="Google Shape;1075;g3f3be118244_0_0"/>
          <p:cNvSpPr/>
          <p:nvPr/>
        </p:nvSpPr>
        <p:spPr>
          <a:xfrm>
            <a:off x="3990978" y="3664075"/>
            <a:ext cx="40353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12 MESES</a:t>
            </a:r>
            <a:r>
              <a:rPr lang="en-US" sz="2637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DE ACCESO</a:t>
            </a:r>
            <a:endParaRPr sz="2637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0" name="Google Shape;1080;g3f565b7cc09_0_6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g3f565b7cc09_0_6" title="PRESENTE 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g3f565b7cc09_0_99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g3f565b7cc09_0_99" title="PRESENTE 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g3f565b7cc09_0_99" title="PRESENTE 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g3f565b7cc09_0_92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g3f565b7cc09_0_92" title="PRESENTE 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g3f565b7cc09_0_92" title="PRESENTE 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g3f565b7cc09_0_92" title="PRESENTE 3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g3f565b7cc09_0_84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g3f565b7cc09_0_84" title="PRESENTE 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g3f565b7cc09_0_84" title="PRESENTE 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g3f565b7cc09_0_84" title="PRESENTE 2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g3f565b7cc09_0_84" title="PRESENTE 3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Google Shape;1110;g3f565b7cc09_0_75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g3f565b7cc09_0_75" title="PRESENTE 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g3f565b7cc09_0_75" title="PRESENTE 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g3f565b7cc09_0_75" title="PRESENTE 5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077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g3f565b7cc09_0_75" title="PRESENTE 2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g3f565b7cc09_0_75" title="PRESENTE 3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g3f565b7cc09_0_65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g3f565b7cc09_0_65" title="PRESENTE 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g3f565b7cc09_0_65" title="PRESENTE 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g3f565b7cc09_0_65" title="PRESENTE 5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7077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g3f565b7cc09_0_65" title="PRESENTE 2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g3f565b7cc09_0_65" title="PRESENTE 6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82877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g3f565b7cc09_0_65" title="PRESENTE 3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1" name="Google Shape;1131;g3f565b7cc09_0_54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g3f565b7cc09_0_54" title="PRESENTE 7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g3f565b7cc09_0_54" title="PRESENTE 4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g3f565b7cc09_0_54" title="PRESENTE 1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g3f565b7cc09_0_54" title="PRESENTE 5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077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g3f565b7cc09_0_54" title="PRESENTE 2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g3f565b7cc09_0_54" title="PRESENTE 6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82877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g3f565b7cc09_0_54" title="PRESENTE 3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3" name="Google Shape;1143;g3f565b7cc09_0_42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g3f565b7cc09_0_42" title="PRESENTE 7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g3f565b7cc09_0_42" title="PRESENTE 4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g3f565b7cc09_0_42" title="PRESENTE 1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g3f565b7cc09_0_42" title="PRESENTE 8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0775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g3f565b7cc09_0_42" title="PRESENTE 5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077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g3f565b7cc09_0_42" title="PRESENTE 2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g3f565b7cc09_0_42" title="PRESENTE 6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82877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g3f565b7cc09_0_42" title="PRESENTE 3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g3f565b7cc09_0_29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949" y="5993818"/>
            <a:ext cx="1254101" cy="5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g3f565b7cc09_0_29" title="PRESENTE 7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795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g3f565b7cc09_0_29" title="PRESENTE 4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79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g3f565b7cc09_0_29" title="PRESENTE 1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79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g3f565b7cc09_0_29" title="PRESENTE 8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0775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g3f565b7cc09_0_29" title="PRESENTE 5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0775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g3f565b7cc09_0_29" title="PRESENTE 2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70775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g3f565b7cc09_0_29" title="PRESENTE 9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82877" y="4028746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g3f565b7cc09_0_29" title="PRESENTE 6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882877" y="2274124"/>
            <a:ext cx="4636172" cy="2451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g3f565b7cc09_0_29" title="PRESENTE 3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882877" y="519502"/>
            <a:ext cx="4636172" cy="245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1" name="Google Shape;1171;g3f56c362c10_4_0" title="Backgrou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" y="0"/>
            <a:ext cx="12192000" cy="685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g3f56c362c10_4_0" title="CTX_banner_1920x640 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9375" y="1603150"/>
            <a:ext cx="10823598" cy="6442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3" name="Google Shape;1173;g3f56c362c10_4_0"/>
          <p:cNvCxnSpPr/>
          <p:nvPr/>
        </p:nvCxnSpPr>
        <p:spPr>
          <a:xfrm>
            <a:off x="10180662" y="1075887"/>
            <a:ext cx="41268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4" name="Google Shape;1174;g3f56c362c10_4_0"/>
          <p:cNvCxnSpPr/>
          <p:nvPr/>
        </p:nvCxnSpPr>
        <p:spPr>
          <a:xfrm rot="10800000">
            <a:off x="-1973250" y="1075887"/>
            <a:ext cx="4109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5" name="Google Shape;1175;g3f56c362c10_4_0"/>
          <p:cNvSpPr/>
          <p:nvPr/>
        </p:nvSpPr>
        <p:spPr>
          <a:xfrm>
            <a:off x="2373162" y="713475"/>
            <a:ext cx="2491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44A"/>
              </a:buClr>
              <a:buSzPts val="3400"/>
              <a:buFont typeface="Montserrat"/>
              <a:buNone/>
            </a:pPr>
            <a:r>
              <a:rPr i="0" lang="en-US" sz="5000" u="none" cap="none" strike="noStrike">
                <a:solidFill>
                  <a:srgbClr val="C99B5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BONO</a:t>
            </a:r>
            <a:endParaRPr i="0" sz="5000" u="none" cap="none" strike="noStrike">
              <a:solidFill>
                <a:srgbClr val="C99B5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176" name="Google Shape;1176;g3f56c362c10_4_0"/>
          <p:cNvSpPr/>
          <p:nvPr/>
        </p:nvSpPr>
        <p:spPr>
          <a:xfrm>
            <a:off x="5101650" y="893025"/>
            <a:ext cx="484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Primeros </a:t>
            </a:r>
            <a:r>
              <a:rPr lang="en-US" sz="2200">
                <a:solidFill>
                  <a:srgbClr val="C99B5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15</a:t>
            </a:r>
            <a:r>
              <a:rPr lang="en-US" sz="2200">
                <a:solidFill>
                  <a:srgbClr val="DCAD6A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 </a:t>
            </a: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minutos</a:t>
            </a:r>
            <a:r>
              <a:rPr lang="en-US" sz="2200">
                <a:solidFill>
                  <a:srgbClr val="DCAD6A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 </a:t>
            </a:r>
            <a:r>
              <a:rPr b="1" lang="en-US" sz="1200">
                <a:solidFill>
                  <a:srgbClr val="C99B5F"/>
                </a:solidFill>
                <a:latin typeface="Verdana"/>
                <a:ea typeface="Verdana"/>
                <a:cs typeface="Verdana"/>
                <a:sym typeface="Verdana"/>
              </a:rPr>
              <a:t>•</a:t>
            </a: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14 de octubre</a:t>
            </a:r>
            <a:endParaRPr i="0" sz="2200" u="none" cap="none" strike="noStrike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Google Shape;1182;g3f56c362c10_4_21" title="Backgrou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" y="0"/>
            <a:ext cx="12192000" cy="6857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3" name="Google Shape;1183;g3f56c362c10_4_21"/>
          <p:cNvCxnSpPr/>
          <p:nvPr/>
        </p:nvCxnSpPr>
        <p:spPr>
          <a:xfrm>
            <a:off x="9818125" y="1075875"/>
            <a:ext cx="41376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4" name="Google Shape;1184;g3f56c362c10_4_21"/>
          <p:cNvCxnSpPr/>
          <p:nvPr/>
        </p:nvCxnSpPr>
        <p:spPr>
          <a:xfrm rot="10800000">
            <a:off x="-1973250" y="1075887"/>
            <a:ext cx="4109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5" name="Google Shape;1185;g3f56c362c10_4_21"/>
          <p:cNvSpPr/>
          <p:nvPr/>
        </p:nvSpPr>
        <p:spPr>
          <a:xfrm>
            <a:off x="2373162" y="713475"/>
            <a:ext cx="2491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44A"/>
              </a:buClr>
              <a:buSzPts val="3400"/>
              <a:buFont typeface="Montserrat"/>
              <a:buNone/>
            </a:pPr>
            <a:r>
              <a:rPr i="0" lang="en-US" sz="5000" u="none" cap="none" strike="noStrike">
                <a:solidFill>
                  <a:srgbClr val="C99B5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BONO</a:t>
            </a:r>
            <a:endParaRPr i="0" sz="5000" u="none" cap="none" strike="noStrike">
              <a:solidFill>
                <a:srgbClr val="C99B5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186" name="Google Shape;1186;g3f56c362c10_4_21"/>
          <p:cNvSpPr/>
          <p:nvPr/>
        </p:nvSpPr>
        <p:spPr>
          <a:xfrm>
            <a:off x="5101650" y="893025"/>
            <a:ext cx="718464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2200">
                <a:solidFill>
                  <a:schemeClr val="lt1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Hasta las </a:t>
            </a:r>
            <a:r>
              <a:rPr lang="en-US" sz="2200">
                <a:solidFill>
                  <a:srgbClr val="DCAD6A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23:59 </a:t>
            </a:r>
            <a:r>
              <a:rPr lang="en-US" sz="2200">
                <a:solidFill>
                  <a:schemeClr val="lt1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de hoy </a:t>
            </a:r>
            <a:r>
              <a:rPr b="1" lang="en-US" sz="1200">
                <a:solidFill>
                  <a:srgbClr val="DCAD6A"/>
                </a:solidFill>
                <a:latin typeface="Verdana"/>
                <a:ea typeface="Verdana"/>
                <a:cs typeface="Verdana"/>
                <a:sym typeface="Verdana"/>
              </a:rPr>
              <a:t>•</a:t>
            </a: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200">
                <a:solidFill>
                  <a:schemeClr val="lt1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14 de oct.</a:t>
            </a:r>
            <a:endParaRPr sz="2200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  <p:pic>
        <p:nvPicPr>
          <p:cNvPr id="1187" name="Google Shape;1187;g3f56c362c10_4_21" title="FEP 500 CON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0816" y="1719067"/>
            <a:ext cx="10823598" cy="6378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3" name="Google Shape;1193;g3f56c362c10_4_44" title="Backgrou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" y="0"/>
            <a:ext cx="12192000" cy="685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g3f56c362c10_4_44" title="Group 14.png"/>
          <p:cNvPicPr preferRelativeResize="0"/>
          <p:nvPr/>
        </p:nvPicPr>
        <p:blipFill rotWithShape="1">
          <a:blip r:embed="rId5">
            <a:alphaModFix/>
          </a:blip>
          <a:srcRect b="485" l="0" r="0" t="495"/>
          <a:stretch/>
        </p:blipFill>
        <p:spPr>
          <a:xfrm>
            <a:off x="1886945" y="1549522"/>
            <a:ext cx="11636424" cy="685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5" name="Google Shape;1195;g3f56c362c10_4_44"/>
          <p:cNvCxnSpPr/>
          <p:nvPr/>
        </p:nvCxnSpPr>
        <p:spPr>
          <a:xfrm>
            <a:off x="8834287" y="1075887"/>
            <a:ext cx="41268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6" name="Google Shape;1196;g3f56c362c10_4_44"/>
          <p:cNvCxnSpPr/>
          <p:nvPr/>
        </p:nvCxnSpPr>
        <p:spPr>
          <a:xfrm rot="10800000">
            <a:off x="-751700" y="1075887"/>
            <a:ext cx="4109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7" name="Google Shape;1197;g3f56c362c10_4_44"/>
          <p:cNvSpPr/>
          <p:nvPr/>
        </p:nvSpPr>
        <p:spPr>
          <a:xfrm>
            <a:off x="3695737" y="713475"/>
            <a:ext cx="2491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44A"/>
              </a:buClr>
              <a:buSzPts val="3400"/>
              <a:buFont typeface="Montserrat"/>
              <a:buNone/>
            </a:pPr>
            <a:r>
              <a:rPr i="0" lang="en-US" sz="5000" u="none" cap="none" strike="noStrike">
                <a:solidFill>
                  <a:srgbClr val="C99B5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BONO</a:t>
            </a:r>
            <a:endParaRPr i="0" sz="5000" u="none" cap="none" strike="noStrike">
              <a:solidFill>
                <a:srgbClr val="C99B5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198" name="Google Shape;1198;g3f56c362c10_4_44"/>
          <p:cNvSpPr/>
          <p:nvPr/>
        </p:nvSpPr>
        <p:spPr>
          <a:xfrm>
            <a:off x="6525261" y="893025"/>
            <a:ext cx="197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Primeras 24 h</a:t>
            </a:r>
            <a:endParaRPr i="0" sz="2200" u="none" cap="none" strike="noStrike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g3f56c362c10_4_58" title="Backgrou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" y="0"/>
            <a:ext cx="12192000" cy="685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g3f56c362c10_4_58" title="Group 15.png"/>
          <p:cNvPicPr preferRelativeResize="0"/>
          <p:nvPr/>
        </p:nvPicPr>
        <p:blipFill rotWithShape="1">
          <a:blip r:embed="rId5">
            <a:alphaModFix/>
          </a:blip>
          <a:srcRect b="485" l="0" r="0" t="495"/>
          <a:stretch/>
        </p:blipFill>
        <p:spPr>
          <a:xfrm>
            <a:off x="1957491" y="1584808"/>
            <a:ext cx="11220250" cy="66126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6" name="Google Shape;1206;g3f56c362c10_4_58"/>
          <p:cNvCxnSpPr/>
          <p:nvPr/>
        </p:nvCxnSpPr>
        <p:spPr>
          <a:xfrm>
            <a:off x="8834287" y="1075887"/>
            <a:ext cx="41268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7" name="Google Shape;1207;g3f56c362c10_4_58"/>
          <p:cNvCxnSpPr/>
          <p:nvPr/>
        </p:nvCxnSpPr>
        <p:spPr>
          <a:xfrm rot="10800000">
            <a:off x="-751700" y="1075887"/>
            <a:ext cx="4109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8" name="Google Shape;1208;g3f56c362c10_4_58"/>
          <p:cNvSpPr/>
          <p:nvPr/>
        </p:nvSpPr>
        <p:spPr>
          <a:xfrm>
            <a:off x="3695737" y="713475"/>
            <a:ext cx="2491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44A"/>
              </a:buClr>
              <a:buSzPts val="3400"/>
              <a:buFont typeface="Montserrat"/>
              <a:buNone/>
            </a:pPr>
            <a:r>
              <a:rPr i="0" lang="en-US" sz="5000" u="none" cap="none" strike="noStrike">
                <a:solidFill>
                  <a:srgbClr val="C99B5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BONO</a:t>
            </a:r>
            <a:endParaRPr i="0" sz="5000" u="none" cap="none" strike="noStrike">
              <a:solidFill>
                <a:srgbClr val="C99B5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09" name="Google Shape;1209;g3f56c362c10_4_58"/>
          <p:cNvSpPr/>
          <p:nvPr/>
        </p:nvSpPr>
        <p:spPr>
          <a:xfrm>
            <a:off x="6525261" y="893025"/>
            <a:ext cx="197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Primeras 48 h</a:t>
            </a:r>
            <a:endParaRPr i="0" sz="2200" u="none" cap="none" strike="noStrike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5" name="Google Shape;1215;g3f56c362c10_4_68" title="Backgroun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" y="0"/>
            <a:ext cx="12192000" cy="6857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6" name="Google Shape;1216;g3f56c362c10_4_68"/>
          <p:cNvCxnSpPr/>
          <p:nvPr/>
        </p:nvCxnSpPr>
        <p:spPr>
          <a:xfrm>
            <a:off x="8992725" y="1075875"/>
            <a:ext cx="3968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7" name="Google Shape;1217;g3f56c362c10_4_68"/>
          <p:cNvCxnSpPr/>
          <p:nvPr/>
        </p:nvCxnSpPr>
        <p:spPr>
          <a:xfrm rot="10800000">
            <a:off x="-751750" y="1075875"/>
            <a:ext cx="3917400" cy="0"/>
          </a:xfrm>
          <a:prstGeom prst="straightConnector1">
            <a:avLst/>
          </a:prstGeom>
          <a:noFill/>
          <a:ln cap="flat" cmpd="sng" w="19050">
            <a:solidFill>
              <a:srgbClr val="FEFDF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8" name="Google Shape;1218;g3f56c362c10_4_68"/>
          <p:cNvSpPr/>
          <p:nvPr/>
        </p:nvSpPr>
        <p:spPr>
          <a:xfrm>
            <a:off x="4605237" y="713475"/>
            <a:ext cx="24915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44A"/>
              </a:buClr>
              <a:buSzPts val="3400"/>
              <a:buFont typeface="Montserrat"/>
              <a:buNone/>
            </a:pPr>
            <a:r>
              <a:rPr i="0" lang="en-US" sz="5000" u="none" cap="none" strike="noStrike">
                <a:solidFill>
                  <a:srgbClr val="C99B5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BONOS</a:t>
            </a:r>
            <a:endParaRPr i="0" sz="5000" u="none" cap="none" strike="noStrike">
              <a:solidFill>
                <a:srgbClr val="C99B5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19" name="Google Shape;1219;g3f56c362c10_4_68"/>
          <p:cNvSpPr/>
          <p:nvPr/>
        </p:nvSpPr>
        <p:spPr>
          <a:xfrm>
            <a:off x="3456655" y="893025"/>
            <a:ext cx="106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SÚPER</a:t>
            </a:r>
            <a:endParaRPr i="0" sz="2200" u="none" cap="none" strike="noStrike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  <p:sp>
        <p:nvSpPr>
          <p:cNvPr id="1220" name="Google Shape;1220;g3f56c362c10_4_68"/>
          <p:cNvSpPr/>
          <p:nvPr/>
        </p:nvSpPr>
        <p:spPr>
          <a:xfrm>
            <a:off x="7138750" y="893025"/>
            <a:ext cx="159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2200">
                <a:solidFill>
                  <a:srgbClr val="FFFFFF"/>
                </a:solidFill>
                <a:latin typeface="Zalando Sans SemiExpanded Light"/>
                <a:ea typeface="Zalando Sans SemiExpanded Light"/>
                <a:cs typeface="Zalando Sans SemiExpanded Light"/>
                <a:sym typeface="Zalando Sans SemiExpanded Light"/>
              </a:rPr>
              <a:t>LIMITADOS</a:t>
            </a:r>
            <a:endParaRPr i="0" sz="2200" u="none" cap="none" strike="noStrike">
              <a:solidFill>
                <a:srgbClr val="FFFFFF"/>
              </a:solidFill>
              <a:latin typeface="Zalando Sans SemiExpanded Light"/>
              <a:ea typeface="Zalando Sans SemiExpanded Light"/>
              <a:cs typeface="Zalando Sans SemiExpanded Light"/>
              <a:sym typeface="Zalando Sans SemiExpanded Light"/>
            </a:endParaRPr>
          </a:p>
        </p:txBody>
      </p:sp>
      <p:pic>
        <p:nvPicPr>
          <p:cNvPr id="1221" name="Google Shape;1221;g3f56c362c10_4_68" title="CTX_banner_1920x640 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3514" y="1626329"/>
            <a:ext cx="5974042" cy="3555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g3f56c362c10_4_68" title="FEP 500 CON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0163" y="1626329"/>
            <a:ext cx="5807923" cy="34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g3f56c362c10_4_68" title="Group 14.png"/>
          <p:cNvPicPr preferRelativeResize="0"/>
          <p:nvPr/>
        </p:nvPicPr>
        <p:blipFill rotWithShape="1">
          <a:blip r:embed="rId7">
            <a:alphaModFix/>
          </a:blip>
          <a:srcRect b="485" l="0" r="0" t="495"/>
          <a:stretch/>
        </p:blipFill>
        <p:spPr>
          <a:xfrm>
            <a:off x="1393513" y="3910378"/>
            <a:ext cx="5974021" cy="3520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g3f56c362c10_4_68" title="Group 15.png"/>
          <p:cNvPicPr preferRelativeResize="0"/>
          <p:nvPr/>
        </p:nvPicPr>
        <p:blipFill rotWithShape="1">
          <a:blip r:embed="rId8">
            <a:alphaModFix/>
          </a:blip>
          <a:srcRect b="485" l="0" r="0" t="495"/>
          <a:stretch/>
        </p:blipFill>
        <p:spPr>
          <a:xfrm>
            <a:off x="5790163" y="3910379"/>
            <a:ext cx="6033418" cy="355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f3b9bfb6c6_0_45"/>
          <p:cNvSpPr/>
          <p:nvPr/>
        </p:nvSpPr>
        <p:spPr>
          <a:xfrm>
            <a:off x="3522971" y="274217"/>
            <a:ext cx="7736100" cy="6309600"/>
          </a:xfrm>
          <a:prstGeom prst="roundRect">
            <a:avLst>
              <a:gd fmla="val 3201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50" lIns="87050" spcFirstLastPara="1" rIns="87050" wrap="square" tIns="8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230" name="Google Shape;1230;g3f3b9bfb6c6_0_45"/>
          <p:cNvSpPr/>
          <p:nvPr/>
        </p:nvSpPr>
        <p:spPr>
          <a:xfrm>
            <a:off x="3854270" y="507161"/>
            <a:ext cx="54054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Formación Especialista en Rellenos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Acervo de proveedores confiables y económicos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Kit Completo de Documentos para la Práctica Clínica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Cómo llenar tu agenda con Instagram, con Luca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Full Face con más de 10 ml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Rinomodelación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de Ojeras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Labial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FEP Direct: soporte médico humano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Prof. Pitha: soporte particular con IA 24/7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y Reología con Dr. Marcelo Germani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Complicaciones con Dra. Vanessa Defelícibus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Larissa Leme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Camila Garritano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Limitados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FEAnatomy (primeros 15 minutos)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 de descuento en la FEP (hasta 23:59)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Curso Avanzado de Complicaciones (primeras 24 h)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Atiende Todos los Días (primeras 48 h)</a:t>
            </a:r>
            <a:endParaRPr sz="152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31" name="Google Shape;1231;g3f3b9bfb6c6_0_45"/>
          <p:cNvSpPr/>
          <p:nvPr/>
        </p:nvSpPr>
        <p:spPr>
          <a:xfrm>
            <a:off x="9936651" y="75768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32" name="Google Shape;1232;g3f3b9bfb6c6_0_45"/>
          <p:cNvCxnSpPr/>
          <p:nvPr/>
        </p:nvCxnSpPr>
        <p:spPr>
          <a:xfrm>
            <a:off x="7456778" y="975501"/>
            <a:ext cx="24039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g3f3b9bfb6c6_0_45"/>
          <p:cNvSpPr/>
          <p:nvPr/>
        </p:nvSpPr>
        <p:spPr>
          <a:xfrm>
            <a:off x="9936651" y="101989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34" name="Google Shape;1234;g3f3b9bfb6c6_0_45"/>
          <p:cNvCxnSpPr/>
          <p:nvPr/>
        </p:nvCxnSpPr>
        <p:spPr>
          <a:xfrm>
            <a:off x="7997508" y="1231663"/>
            <a:ext cx="1863300" cy="60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5" name="Google Shape;1235;g3f3b9bfb6c6_0_45"/>
          <p:cNvSpPr/>
          <p:nvPr/>
        </p:nvSpPr>
        <p:spPr>
          <a:xfrm>
            <a:off x="9936651" y="128793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36" name="Google Shape;1236;g3f3b9bfb6c6_0_45"/>
          <p:cNvCxnSpPr/>
          <p:nvPr/>
        </p:nvCxnSpPr>
        <p:spPr>
          <a:xfrm>
            <a:off x="8246569" y="1505749"/>
            <a:ext cx="16140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7" name="Google Shape;1237;g3f3b9bfb6c6_0_45"/>
          <p:cNvSpPr/>
          <p:nvPr/>
        </p:nvSpPr>
        <p:spPr>
          <a:xfrm>
            <a:off x="9936651" y="154899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38" name="Google Shape;1238;g3f3b9bfb6c6_0_45"/>
          <p:cNvCxnSpPr/>
          <p:nvPr/>
        </p:nvCxnSpPr>
        <p:spPr>
          <a:xfrm>
            <a:off x="7927338" y="1752914"/>
            <a:ext cx="1933500" cy="141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9" name="Google Shape;1239;g3f3b9bfb6c6_0_45"/>
          <p:cNvSpPr/>
          <p:nvPr/>
        </p:nvSpPr>
        <p:spPr>
          <a:xfrm>
            <a:off x="9936651" y="1765247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40" name="Google Shape;1240;g3f3b9bfb6c6_0_45"/>
          <p:cNvCxnSpPr/>
          <p:nvPr/>
        </p:nvCxnSpPr>
        <p:spPr>
          <a:xfrm>
            <a:off x="6921126" y="1983061"/>
            <a:ext cx="2939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1" name="Google Shape;1241;g3f3b9bfb6c6_0_45"/>
          <p:cNvSpPr/>
          <p:nvPr/>
        </p:nvSpPr>
        <p:spPr>
          <a:xfrm>
            <a:off x="9936651" y="205586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42" name="Google Shape;1242;g3f3b9bfb6c6_0_45"/>
          <p:cNvCxnSpPr/>
          <p:nvPr/>
        </p:nvCxnSpPr>
        <p:spPr>
          <a:xfrm>
            <a:off x="7878582" y="2273689"/>
            <a:ext cx="19821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3" name="Google Shape;1243;g3f3b9bfb6c6_0_45"/>
          <p:cNvSpPr/>
          <p:nvPr/>
        </p:nvSpPr>
        <p:spPr>
          <a:xfrm>
            <a:off x="9936651" y="233411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44" name="Google Shape;1244;g3f3b9bfb6c6_0_45"/>
          <p:cNvCxnSpPr/>
          <p:nvPr/>
        </p:nvCxnSpPr>
        <p:spPr>
          <a:xfrm>
            <a:off x="7425144" y="2528924"/>
            <a:ext cx="2435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5" name="Google Shape;1245;g3f3b9bfb6c6_0_45"/>
          <p:cNvCxnSpPr/>
          <p:nvPr/>
        </p:nvCxnSpPr>
        <p:spPr>
          <a:xfrm>
            <a:off x="6881025" y="2750100"/>
            <a:ext cx="2869800" cy="2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g3f3b9bfb6c6_0_45"/>
          <p:cNvSpPr/>
          <p:nvPr/>
        </p:nvSpPr>
        <p:spPr>
          <a:xfrm>
            <a:off x="9860672" y="2823812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14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b="1" sz="114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47" name="Google Shape;1247;g3f3b9bfb6c6_0_45"/>
          <p:cNvCxnSpPr/>
          <p:nvPr/>
        </p:nvCxnSpPr>
        <p:spPr>
          <a:xfrm>
            <a:off x="7573386" y="3041629"/>
            <a:ext cx="2188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g3f3b9bfb6c6_0_45"/>
          <p:cNvSpPr/>
          <p:nvPr/>
        </p:nvSpPr>
        <p:spPr>
          <a:xfrm>
            <a:off x="9936651" y="30732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49" name="Google Shape;1249;g3f3b9bfb6c6_0_45"/>
          <p:cNvCxnSpPr/>
          <p:nvPr/>
        </p:nvCxnSpPr>
        <p:spPr>
          <a:xfrm>
            <a:off x="7566468" y="3276584"/>
            <a:ext cx="2293800" cy="147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0" name="Google Shape;1250;g3f3b9bfb6c6_0_45"/>
          <p:cNvSpPr/>
          <p:nvPr/>
        </p:nvSpPr>
        <p:spPr>
          <a:xfrm>
            <a:off x="9936651" y="332156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51" name="Google Shape;1251;g3f3b9bfb6c6_0_45"/>
          <p:cNvCxnSpPr/>
          <p:nvPr/>
        </p:nvCxnSpPr>
        <p:spPr>
          <a:xfrm>
            <a:off x="7526385" y="3527200"/>
            <a:ext cx="2334300" cy="123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2" name="Google Shape;1252;g3f3b9bfb6c6_0_45"/>
          <p:cNvSpPr/>
          <p:nvPr/>
        </p:nvSpPr>
        <p:spPr>
          <a:xfrm>
            <a:off x="9936651" y="35708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53" name="Google Shape;1253;g3f3b9bfb6c6_0_45"/>
          <p:cNvCxnSpPr/>
          <p:nvPr/>
        </p:nvCxnSpPr>
        <p:spPr>
          <a:xfrm>
            <a:off x="7325897" y="3777793"/>
            <a:ext cx="2534700" cy="108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4" name="Google Shape;1254;g3f3b9bfb6c6_0_45"/>
          <p:cNvSpPr/>
          <p:nvPr/>
        </p:nvSpPr>
        <p:spPr>
          <a:xfrm>
            <a:off x="9936651" y="382035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55" name="Google Shape;1255;g3f3b9bfb6c6_0_45"/>
          <p:cNvCxnSpPr/>
          <p:nvPr/>
        </p:nvCxnSpPr>
        <p:spPr>
          <a:xfrm>
            <a:off x="7576489" y="4028410"/>
            <a:ext cx="2284200" cy="96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6" name="Google Shape;1256;g3f3b9bfb6c6_0_45"/>
          <p:cNvSpPr/>
          <p:nvPr/>
        </p:nvSpPr>
        <p:spPr>
          <a:xfrm>
            <a:off x="9852092" y="4873868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57" name="Google Shape;1257;g3f3b9bfb6c6_0_45"/>
          <p:cNvCxnSpPr/>
          <p:nvPr/>
        </p:nvCxnSpPr>
        <p:spPr>
          <a:xfrm>
            <a:off x="6674327" y="5041859"/>
            <a:ext cx="3127500" cy="99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8" name="Google Shape;1258;g3f3b9bfb6c6_0_45"/>
          <p:cNvSpPr/>
          <p:nvPr/>
        </p:nvSpPr>
        <p:spPr>
          <a:xfrm>
            <a:off x="9936651" y="515511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59" name="Google Shape;1259;g3f3b9bfb6c6_0_45"/>
          <p:cNvCxnSpPr/>
          <p:nvPr/>
        </p:nvCxnSpPr>
        <p:spPr>
          <a:xfrm>
            <a:off x="7265748" y="5302485"/>
            <a:ext cx="2594700" cy="5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0" name="Google Shape;1260;g3f3b9bfb6c6_0_45"/>
          <p:cNvSpPr/>
          <p:nvPr/>
        </p:nvSpPr>
        <p:spPr>
          <a:xfrm>
            <a:off x="10013500" y="5414341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61" name="Google Shape;1261;g3f3b9bfb6c6_0_45"/>
          <p:cNvCxnSpPr/>
          <p:nvPr/>
        </p:nvCxnSpPr>
        <p:spPr>
          <a:xfrm>
            <a:off x="7991930" y="5567302"/>
            <a:ext cx="1868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2" name="Google Shape;1262;g3f3b9bfb6c6_0_45"/>
          <p:cNvSpPr/>
          <p:nvPr/>
        </p:nvSpPr>
        <p:spPr>
          <a:xfrm>
            <a:off x="10013500" y="5674075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63" name="Google Shape;1263;g3f3b9bfb6c6_0_45"/>
          <p:cNvCxnSpPr/>
          <p:nvPr/>
        </p:nvCxnSpPr>
        <p:spPr>
          <a:xfrm>
            <a:off x="7058895" y="5827021"/>
            <a:ext cx="2801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g3f3b9bfb6c6_0_45"/>
          <p:cNvCxnSpPr/>
          <p:nvPr/>
        </p:nvCxnSpPr>
        <p:spPr>
          <a:xfrm>
            <a:off x="7661655" y="713340"/>
            <a:ext cx="1963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5" name="Google Shape;1265;g3f3b9bfb6c6_0_45"/>
          <p:cNvSpPr/>
          <p:nvPr/>
        </p:nvSpPr>
        <p:spPr>
          <a:xfrm>
            <a:off x="9801975" y="540771"/>
            <a:ext cx="99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66" name="Google Shape;1266;g3f3b9bfb6c6_0_45"/>
          <p:cNvSpPr/>
          <p:nvPr/>
        </p:nvSpPr>
        <p:spPr>
          <a:xfrm>
            <a:off x="7573398" y="6019086"/>
            <a:ext cx="32268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523">
                <a:solidFill>
                  <a:srgbClr val="D9D9D9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TOTAL:</a:t>
            </a:r>
            <a:r>
              <a:rPr b="1" lang="en-US" sz="152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  </a:t>
            </a:r>
            <a:r>
              <a:rPr b="1" lang="en-US" sz="152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</a:t>
            </a:r>
            <a:r>
              <a:rPr b="1" lang="en-US" sz="152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2.945,00</a:t>
            </a:r>
            <a:endParaRPr b="1" sz="152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67" name="Google Shape;1267;g3f3b9bfb6c6_0_45"/>
          <p:cNvSpPr/>
          <p:nvPr/>
        </p:nvSpPr>
        <p:spPr>
          <a:xfrm>
            <a:off x="9952087" y="2587130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268" name="Google Shape;1268;g3f3b9bfb6c6_0_45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252" y="267035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3f3be118244_0_64"/>
          <p:cNvSpPr/>
          <p:nvPr/>
        </p:nvSpPr>
        <p:spPr>
          <a:xfrm>
            <a:off x="3522971" y="274217"/>
            <a:ext cx="7736100" cy="6309600"/>
          </a:xfrm>
          <a:prstGeom prst="roundRect">
            <a:avLst>
              <a:gd fmla="val 3201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50" lIns="87050" spcFirstLastPara="1" rIns="87050" wrap="square" tIns="8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274" name="Google Shape;1274;g3f3be118244_0_64"/>
          <p:cNvSpPr/>
          <p:nvPr/>
        </p:nvSpPr>
        <p:spPr>
          <a:xfrm>
            <a:off x="3854270" y="507161"/>
            <a:ext cx="54054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Formación Especialista en Rellenos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Acervo de proveedores confiables y económicos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Kit Completo de Documentos para la Práctica Clínica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Cómo llenar tu agenda con Instagram, con Luca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Full Face con más de 10 ml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Rinomodelación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de Ojeras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Labial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FEP Direct: soporte médico humano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Prof. Pitha: soporte particular con IA 24/7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y Reología con Dr. Marcelo Germani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Complicaciones con Dra. Vanessa Defelícibus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Larissa Leme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Camila Garritano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Limitados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FEAnatomy (primeros 15 minutos)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 de descuento en la FEP (hasta 23:59)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Curso Avanzado de Complicaciones (primeras 24 h)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Atiende Todos los Días (primeras 48 h)</a:t>
            </a:r>
            <a:endParaRPr sz="152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275" name="Google Shape;1275;g3f3be118244_0_64"/>
          <p:cNvSpPr/>
          <p:nvPr/>
        </p:nvSpPr>
        <p:spPr>
          <a:xfrm>
            <a:off x="9936651" y="75768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76" name="Google Shape;1276;g3f3be118244_0_64"/>
          <p:cNvCxnSpPr/>
          <p:nvPr/>
        </p:nvCxnSpPr>
        <p:spPr>
          <a:xfrm>
            <a:off x="7456778" y="975501"/>
            <a:ext cx="24039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7" name="Google Shape;1277;g3f3be118244_0_64"/>
          <p:cNvSpPr/>
          <p:nvPr/>
        </p:nvSpPr>
        <p:spPr>
          <a:xfrm>
            <a:off x="9936651" y="101989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78" name="Google Shape;1278;g3f3be118244_0_64"/>
          <p:cNvCxnSpPr/>
          <p:nvPr/>
        </p:nvCxnSpPr>
        <p:spPr>
          <a:xfrm>
            <a:off x="7997508" y="1231663"/>
            <a:ext cx="1863300" cy="60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9" name="Google Shape;1279;g3f3be118244_0_64"/>
          <p:cNvSpPr/>
          <p:nvPr/>
        </p:nvSpPr>
        <p:spPr>
          <a:xfrm>
            <a:off x="9936651" y="128793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80" name="Google Shape;1280;g3f3be118244_0_64"/>
          <p:cNvCxnSpPr/>
          <p:nvPr/>
        </p:nvCxnSpPr>
        <p:spPr>
          <a:xfrm>
            <a:off x="8246569" y="1505749"/>
            <a:ext cx="16140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1" name="Google Shape;1281;g3f3be118244_0_64"/>
          <p:cNvSpPr/>
          <p:nvPr/>
        </p:nvSpPr>
        <p:spPr>
          <a:xfrm>
            <a:off x="9936651" y="154899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82" name="Google Shape;1282;g3f3be118244_0_64"/>
          <p:cNvCxnSpPr/>
          <p:nvPr/>
        </p:nvCxnSpPr>
        <p:spPr>
          <a:xfrm>
            <a:off x="7927338" y="1752914"/>
            <a:ext cx="1933500" cy="141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g3f3be118244_0_64"/>
          <p:cNvSpPr/>
          <p:nvPr/>
        </p:nvSpPr>
        <p:spPr>
          <a:xfrm>
            <a:off x="9936651" y="1765247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84" name="Google Shape;1284;g3f3be118244_0_64"/>
          <p:cNvCxnSpPr/>
          <p:nvPr/>
        </p:nvCxnSpPr>
        <p:spPr>
          <a:xfrm>
            <a:off x="6921126" y="1983061"/>
            <a:ext cx="2939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5" name="Google Shape;1285;g3f3be118244_0_64"/>
          <p:cNvSpPr/>
          <p:nvPr/>
        </p:nvSpPr>
        <p:spPr>
          <a:xfrm>
            <a:off x="9936651" y="205586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86" name="Google Shape;1286;g3f3be118244_0_64"/>
          <p:cNvCxnSpPr/>
          <p:nvPr/>
        </p:nvCxnSpPr>
        <p:spPr>
          <a:xfrm>
            <a:off x="7878582" y="2273689"/>
            <a:ext cx="19821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7" name="Google Shape;1287;g3f3be118244_0_64"/>
          <p:cNvSpPr/>
          <p:nvPr/>
        </p:nvSpPr>
        <p:spPr>
          <a:xfrm>
            <a:off x="9936651" y="233411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88" name="Google Shape;1288;g3f3be118244_0_64"/>
          <p:cNvCxnSpPr/>
          <p:nvPr/>
        </p:nvCxnSpPr>
        <p:spPr>
          <a:xfrm>
            <a:off x="7425144" y="2528924"/>
            <a:ext cx="2435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g3f3be118244_0_64"/>
          <p:cNvCxnSpPr/>
          <p:nvPr/>
        </p:nvCxnSpPr>
        <p:spPr>
          <a:xfrm>
            <a:off x="6881025" y="2750100"/>
            <a:ext cx="2869800" cy="2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0" name="Google Shape;1290;g3f3be118244_0_64"/>
          <p:cNvSpPr/>
          <p:nvPr/>
        </p:nvSpPr>
        <p:spPr>
          <a:xfrm>
            <a:off x="9860672" y="2823812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14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b="1" sz="114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91" name="Google Shape;1291;g3f3be118244_0_64"/>
          <p:cNvCxnSpPr/>
          <p:nvPr/>
        </p:nvCxnSpPr>
        <p:spPr>
          <a:xfrm>
            <a:off x="7573386" y="3041629"/>
            <a:ext cx="2188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2" name="Google Shape;1292;g3f3be118244_0_64"/>
          <p:cNvSpPr/>
          <p:nvPr/>
        </p:nvSpPr>
        <p:spPr>
          <a:xfrm>
            <a:off x="9936651" y="30732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93" name="Google Shape;1293;g3f3be118244_0_64"/>
          <p:cNvCxnSpPr/>
          <p:nvPr/>
        </p:nvCxnSpPr>
        <p:spPr>
          <a:xfrm>
            <a:off x="7566468" y="3276584"/>
            <a:ext cx="2293800" cy="147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g3f3be118244_0_64"/>
          <p:cNvSpPr/>
          <p:nvPr/>
        </p:nvSpPr>
        <p:spPr>
          <a:xfrm>
            <a:off x="9936651" y="332156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95" name="Google Shape;1295;g3f3be118244_0_64"/>
          <p:cNvCxnSpPr/>
          <p:nvPr/>
        </p:nvCxnSpPr>
        <p:spPr>
          <a:xfrm>
            <a:off x="7526385" y="3527200"/>
            <a:ext cx="2334300" cy="123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g3f3be118244_0_64"/>
          <p:cNvSpPr/>
          <p:nvPr/>
        </p:nvSpPr>
        <p:spPr>
          <a:xfrm>
            <a:off x="9936651" y="35708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97" name="Google Shape;1297;g3f3be118244_0_64"/>
          <p:cNvCxnSpPr/>
          <p:nvPr/>
        </p:nvCxnSpPr>
        <p:spPr>
          <a:xfrm>
            <a:off x="7325897" y="3777793"/>
            <a:ext cx="2534700" cy="108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8" name="Google Shape;1298;g3f3be118244_0_64"/>
          <p:cNvSpPr/>
          <p:nvPr/>
        </p:nvSpPr>
        <p:spPr>
          <a:xfrm>
            <a:off x="9936651" y="382035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299" name="Google Shape;1299;g3f3be118244_0_64"/>
          <p:cNvCxnSpPr/>
          <p:nvPr/>
        </p:nvCxnSpPr>
        <p:spPr>
          <a:xfrm>
            <a:off x="7576489" y="4028410"/>
            <a:ext cx="2284200" cy="96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0" name="Google Shape;1300;g3f3be118244_0_64"/>
          <p:cNvSpPr/>
          <p:nvPr/>
        </p:nvSpPr>
        <p:spPr>
          <a:xfrm>
            <a:off x="9852092" y="4873868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01" name="Google Shape;1301;g3f3be118244_0_64"/>
          <p:cNvCxnSpPr/>
          <p:nvPr/>
        </p:nvCxnSpPr>
        <p:spPr>
          <a:xfrm>
            <a:off x="6674327" y="5041859"/>
            <a:ext cx="3127500" cy="99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2" name="Google Shape;1302;g3f3be118244_0_64"/>
          <p:cNvSpPr/>
          <p:nvPr/>
        </p:nvSpPr>
        <p:spPr>
          <a:xfrm>
            <a:off x="9936651" y="515511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03" name="Google Shape;1303;g3f3be118244_0_64"/>
          <p:cNvCxnSpPr/>
          <p:nvPr/>
        </p:nvCxnSpPr>
        <p:spPr>
          <a:xfrm>
            <a:off x="7265748" y="5302485"/>
            <a:ext cx="2594700" cy="5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4" name="Google Shape;1304;g3f3be118244_0_64"/>
          <p:cNvSpPr/>
          <p:nvPr/>
        </p:nvSpPr>
        <p:spPr>
          <a:xfrm>
            <a:off x="10013500" y="5414341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05" name="Google Shape;1305;g3f3be118244_0_64"/>
          <p:cNvCxnSpPr/>
          <p:nvPr/>
        </p:nvCxnSpPr>
        <p:spPr>
          <a:xfrm>
            <a:off x="7991930" y="5567302"/>
            <a:ext cx="1868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6" name="Google Shape;1306;g3f3be118244_0_64"/>
          <p:cNvSpPr/>
          <p:nvPr/>
        </p:nvSpPr>
        <p:spPr>
          <a:xfrm>
            <a:off x="10013500" y="5674075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07" name="Google Shape;1307;g3f3be118244_0_64"/>
          <p:cNvCxnSpPr/>
          <p:nvPr/>
        </p:nvCxnSpPr>
        <p:spPr>
          <a:xfrm>
            <a:off x="7058895" y="5827021"/>
            <a:ext cx="2801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8" name="Google Shape;1308;g3f3be118244_0_64"/>
          <p:cNvCxnSpPr/>
          <p:nvPr/>
        </p:nvCxnSpPr>
        <p:spPr>
          <a:xfrm>
            <a:off x="7661655" y="713340"/>
            <a:ext cx="1963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9" name="Google Shape;1309;g3f3be118244_0_64"/>
          <p:cNvSpPr/>
          <p:nvPr/>
        </p:nvSpPr>
        <p:spPr>
          <a:xfrm>
            <a:off x="9801975" y="540771"/>
            <a:ext cx="99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310" name="Google Shape;1310;g3f3be118244_0_64"/>
          <p:cNvSpPr/>
          <p:nvPr/>
        </p:nvSpPr>
        <p:spPr>
          <a:xfrm>
            <a:off x="7573398" y="6019086"/>
            <a:ext cx="32268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523">
                <a:solidFill>
                  <a:srgbClr val="D9D9D9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TOTAL:</a:t>
            </a:r>
            <a:r>
              <a:rPr b="1" lang="en-US" sz="152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  </a:t>
            </a:r>
            <a:r>
              <a:rPr b="1" lang="en-US" sz="152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US$ 2.945,00</a:t>
            </a:r>
            <a:endParaRPr b="1" sz="152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11" name="Google Shape;1311;g3f3be118244_0_64"/>
          <p:cNvCxnSpPr>
            <a:endCxn id="1310" idx="3"/>
          </p:cNvCxnSpPr>
          <p:nvPr/>
        </p:nvCxnSpPr>
        <p:spPr>
          <a:xfrm flipH="1" rot="10800000">
            <a:off x="9350598" y="6150186"/>
            <a:ext cx="1449600" cy="1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2" name="Google Shape;1312;g3f3be118244_0_64"/>
          <p:cNvSpPr/>
          <p:nvPr/>
        </p:nvSpPr>
        <p:spPr>
          <a:xfrm>
            <a:off x="9952087" y="2587130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313" name="Google Shape;1313;g3f3be118244_0_64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252" y="2670350"/>
            <a:ext cx="1761475" cy="17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8" name="Google Shape;1318;g3f3be118244_0_16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254" y="1473562"/>
            <a:ext cx="1761475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g3f3be118244_0_16"/>
          <p:cNvSpPr/>
          <p:nvPr/>
        </p:nvSpPr>
        <p:spPr>
          <a:xfrm>
            <a:off x="3522971" y="274217"/>
            <a:ext cx="7736100" cy="6309600"/>
          </a:xfrm>
          <a:prstGeom prst="roundRect">
            <a:avLst>
              <a:gd fmla="val 3201" name="adj"/>
            </a:avLst>
          </a:prstGeom>
          <a:gradFill>
            <a:gsLst>
              <a:gs pos="0">
                <a:srgbClr val="130825"/>
              </a:gs>
              <a:gs pos="100000">
                <a:srgbClr val="6A448A"/>
              </a:gs>
            </a:gsLst>
            <a:lin ang="0" scaled="0"/>
          </a:gradFill>
          <a:ln cap="flat" cmpd="sng" w="9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50" lIns="87050" spcFirstLastPara="1" rIns="87050" wrap="square" tIns="8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3"/>
          </a:p>
        </p:txBody>
      </p:sp>
      <p:sp>
        <p:nvSpPr>
          <p:cNvPr id="1320" name="Google Shape;1320;g3f3be118244_0_16"/>
          <p:cNvSpPr/>
          <p:nvPr/>
        </p:nvSpPr>
        <p:spPr>
          <a:xfrm>
            <a:off x="3854270" y="507161"/>
            <a:ext cx="5405400" cy="54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Formación Especialista en Rellenos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Acervo de proveedores confiables y económicos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Kit Completo de Documentos para la Práctica Clínica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Cómo llenar tu agenda con Instagram, con Luca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Full Face con más de 10 ml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Rinomodelación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de Ojeras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Inmersión Avanzada en Relleno Labial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FEP Direct: soporte médico humano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Prof. Pitha: soporte particular con IA 24/7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y Reología con Dr. Marcelo Germani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Complicaciones con Dra. Vanessa Defelícibus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Larissa Leme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Full Face masculino con Dra. Camila Garritano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Limitados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FEAnatomy (primeros 15 minutos)</a:t>
            </a:r>
            <a:endParaRPr b="1"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 de descuento en la FEP (hasta 23:59)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Curso Avanzado de Complicaciones (primeras 24 h)</a:t>
            </a:r>
            <a:endParaRPr sz="1238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8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Atiende Todos los Días (primeras 48 h)</a:t>
            </a:r>
            <a:endParaRPr sz="152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321" name="Google Shape;1321;g3f3be118244_0_16"/>
          <p:cNvSpPr/>
          <p:nvPr/>
        </p:nvSpPr>
        <p:spPr>
          <a:xfrm>
            <a:off x="9936651" y="75768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22" name="Google Shape;1322;g3f3be118244_0_16"/>
          <p:cNvCxnSpPr/>
          <p:nvPr/>
        </p:nvCxnSpPr>
        <p:spPr>
          <a:xfrm>
            <a:off x="7456778" y="975501"/>
            <a:ext cx="24039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3" name="Google Shape;1323;g3f3be118244_0_16"/>
          <p:cNvSpPr/>
          <p:nvPr/>
        </p:nvSpPr>
        <p:spPr>
          <a:xfrm>
            <a:off x="9936651" y="101989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24" name="Google Shape;1324;g3f3be118244_0_16"/>
          <p:cNvCxnSpPr/>
          <p:nvPr/>
        </p:nvCxnSpPr>
        <p:spPr>
          <a:xfrm>
            <a:off x="7997508" y="1231663"/>
            <a:ext cx="1863300" cy="60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5" name="Google Shape;1325;g3f3be118244_0_16"/>
          <p:cNvSpPr/>
          <p:nvPr/>
        </p:nvSpPr>
        <p:spPr>
          <a:xfrm>
            <a:off x="9936651" y="128793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26" name="Google Shape;1326;g3f3be118244_0_16"/>
          <p:cNvCxnSpPr/>
          <p:nvPr/>
        </p:nvCxnSpPr>
        <p:spPr>
          <a:xfrm>
            <a:off x="8246569" y="1505749"/>
            <a:ext cx="16140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7" name="Google Shape;1327;g3f3be118244_0_16"/>
          <p:cNvSpPr/>
          <p:nvPr/>
        </p:nvSpPr>
        <p:spPr>
          <a:xfrm>
            <a:off x="9936651" y="154899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28" name="Google Shape;1328;g3f3be118244_0_16"/>
          <p:cNvCxnSpPr/>
          <p:nvPr/>
        </p:nvCxnSpPr>
        <p:spPr>
          <a:xfrm>
            <a:off x="7927338" y="1752914"/>
            <a:ext cx="1933500" cy="141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9" name="Google Shape;1329;g3f3be118244_0_16"/>
          <p:cNvSpPr/>
          <p:nvPr/>
        </p:nvSpPr>
        <p:spPr>
          <a:xfrm>
            <a:off x="9936651" y="1765247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30" name="Google Shape;1330;g3f3be118244_0_16"/>
          <p:cNvCxnSpPr/>
          <p:nvPr/>
        </p:nvCxnSpPr>
        <p:spPr>
          <a:xfrm>
            <a:off x="6921126" y="1983061"/>
            <a:ext cx="2939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1" name="Google Shape;1331;g3f3be118244_0_16"/>
          <p:cNvSpPr/>
          <p:nvPr/>
        </p:nvSpPr>
        <p:spPr>
          <a:xfrm>
            <a:off x="9936651" y="2055866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32" name="Google Shape;1332;g3f3be118244_0_16"/>
          <p:cNvCxnSpPr/>
          <p:nvPr/>
        </p:nvCxnSpPr>
        <p:spPr>
          <a:xfrm>
            <a:off x="7878582" y="2273689"/>
            <a:ext cx="19821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3" name="Google Shape;1333;g3f3be118244_0_16"/>
          <p:cNvSpPr/>
          <p:nvPr/>
        </p:nvSpPr>
        <p:spPr>
          <a:xfrm>
            <a:off x="9936651" y="233411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34" name="Google Shape;1334;g3f3be118244_0_16"/>
          <p:cNvCxnSpPr/>
          <p:nvPr/>
        </p:nvCxnSpPr>
        <p:spPr>
          <a:xfrm>
            <a:off x="7425144" y="2528924"/>
            <a:ext cx="24354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5" name="Google Shape;1335;g3f3be118244_0_16"/>
          <p:cNvCxnSpPr/>
          <p:nvPr/>
        </p:nvCxnSpPr>
        <p:spPr>
          <a:xfrm>
            <a:off x="6881025" y="2750100"/>
            <a:ext cx="2869800" cy="2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6" name="Google Shape;1336;g3f3be118244_0_16"/>
          <p:cNvSpPr/>
          <p:nvPr/>
        </p:nvSpPr>
        <p:spPr>
          <a:xfrm>
            <a:off x="9860672" y="2823812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14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b="1" sz="114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37" name="Google Shape;1337;g3f3be118244_0_16"/>
          <p:cNvCxnSpPr/>
          <p:nvPr/>
        </p:nvCxnSpPr>
        <p:spPr>
          <a:xfrm>
            <a:off x="7573386" y="3041629"/>
            <a:ext cx="2188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8" name="Google Shape;1338;g3f3be118244_0_16"/>
          <p:cNvSpPr/>
          <p:nvPr/>
        </p:nvSpPr>
        <p:spPr>
          <a:xfrm>
            <a:off x="9936651" y="30732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39" name="Google Shape;1339;g3f3be118244_0_16"/>
          <p:cNvCxnSpPr/>
          <p:nvPr/>
        </p:nvCxnSpPr>
        <p:spPr>
          <a:xfrm>
            <a:off x="7566468" y="3276584"/>
            <a:ext cx="2293800" cy="147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0" name="Google Shape;1340;g3f3be118244_0_16"/>
          <p:cNvSpPr/>
          <p:nvPr/>
        </p:nvSpPr>
        <p:spPr>
          <a:xfrm>
            <a:off x="9936651" y="332156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41" name="Google Shape;1341;g3f3be118244_0_16"/>
          <p:cNvCxnSpPr/>
          <p:nvPr/>
        </p:nvCxnSpPr>
        <p:spPr>
          <a:xfrm>
            <a:off x="7526385" y="3527200"/>
            <a:ext cx="2334300" cy="123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2" name="Google Shape;1342;g3f3be118244_0_16"/>
          <p:cNvSpPr/>
          <p:nvPr/>
        </p:nvSpPr>
        <p:spPr>
          <a:xfrm>
            <a:off x="9936651" y="3570822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43" name="Google Shape;1343;g3f3be118244_0_16"/>
          <p:cNvCxnSpPr/>
          <p:nvPr/>
        </p:nvCxnSpPr>
        <p:spPr>
          <a:xfrm>
            <a:off x="7325897" y="3777793"/>
            <a:ext cx="2534700" cy="108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4" name="Google Shape;1344;g3f3be118244_0_16"/>
          <p:cNvSpPr/>
          <p:nvPr/>
        </p:nvSpPr>
        <p:spPr>
          <a:xfrm>
            <a:off x="9936651" y="3820358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45" name="Google Shape;1345;g3f3be118244_0_16"/>
          <p:cNvCxnSpPr/>
          <p:nvPr/>
        </p:nvCxnSpPr>
        <p:spPr>
          <a:xfrm>
            <a:off x="7576489" y="4028410"/>
            <a:ext cx="2284200" cy="96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6" name="Google Shape;1346;g3f3be118244_0_16"/>
          <p:cNvSpPr/>
          <p:nvPr/>
        </p:nvSpPr>
        <p:spPr>
          <a:xfrm>
            <a:off x="9852092" y="4873868"/>
            <a:ext cx="939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47" name="Google Shape;1347;g3f3be118244_0_16"/>
          <p:cNvCxnSpPr/>
          <p:nvPr/>
        </p:nvCxnSpPr>
        <p:spPr>
          <a:xfrm>
            <a:off x="6674327" y="5041859"/>
            <a:ext cx="3127500" cy="99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8" name="Google Shape;1348;g3f3be118244_0_16"/>
          <p:cNvSpPr/>
          <p:nvPr/>
        </p:nvSpPr>
        <p:spPr>
          <a:xfrm>
            <a:off x="9936651" y="5155114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US$ 100,00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49" name="Google Shape;1349;g3f3be118244_0_16"/>
          <p:cNvCxnSpPr/>
          <p:nvPr/>
        </p:nvCxnSpPr>
        <p:spPr>
          <a:xfrm>
            <a:off x="7265748" y="5302485"/>
            <a:ext cx="2594700" cy="540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0" name="Google Shape;1350;g3f3be118244_0_16"/>
          <p:cNvSpPr/>
          <p:nvPr/>
        </p:nvSpPr>
        <p:spPr>
          <a:xfrm>
            <a:off x="10013500" y="5414341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51" name="Google Shape;1351;g3f3be118244_0_16"/>
          <p:cNvCxnSpPr/>
          <p:nvPr/>
        </p:nvCxnSpPr>
        <p:spPr>
          <a:xfrm>
            <a:off x="7991930" y="5567302"/>
            <a:ext cx="1868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g3f3be118244_0_16"/>
          <p:cNvSpPr/>
          <p:nvPr/>
        </p:nvSpPr>
        <p:spPr>
          <a:xfrm>
            <a:off x="10013500" y="5674075"/>
            <a:ext cx="7866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US$ 39,00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53" name="Google Shape;1353;g3f3be118244_0_16"/>
          <p:cNvCxnSpPr/>
          <p:nvPr/>
        </p:nvCxnSpPr>
        <p:spPr>
          <a:xfrm>
            <a:off x="7058895" y="5827021"/>
            <a:ext cx="28017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g3f3be118244_0_16"/>
          <p:cNvCxnSpPr/>
          <p:nvPr/>
        </p:nvCxnSpPr>
        <p:spPr>
          <a:xfrm>
            <a:off x="7661655" y="713340"/>
            <a:ext cx="1963500" cy="0"/>
          </a:xfrm>
          <a:prstGeom prst="straightConnector1">
            <a:avLst/>
          </a:prstGeom>
          <a:noFill/>
          <a:ln cap="flat" cmpd="sng" w="9075">
            <a:solidFill>
              <a:srgbClr val="DDDDF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g3f3be118244_0_16"/>
          <p:cNvSpPr/>
          <p:nvPr/>
        </p:nvSpPr>
        <p:spPr>
          <a:xfrm>
            <a:off x="9801975" y="540771"/>
            <a:ext cx="99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grpSp>
        <p:nvGrpSpPr>
          <p:cNvPr id="1356" name="Google Shape;1356;g3f3be118244_0_16"/>
          <p:cNvGrpSpPr/>
          <p:nvPr/>
        </p:nvGrpSpPr>
        <p:grpSpPr>
          <a:xfrm>
            <a:off x="450671" y="3778109"/>
            <a:ext cx="2726640" cy="1485514"/>
            <a:chOff x="745375" y="4268500"/>
            <a:chExt cx="2137200" cy="1164378"/>
          </a:xfrm>
        </p:grpSpPr>
        <p:sp>
          <p:nvSpPr>
            <p:cNvPr id="1357" name="Google Shape;1357;g3f3be118244_0_16"/>
            <p:cNvSpPr/>
            <p:nvPr/>
          </p:nvSpPr>
          <p:spPr>
            <a:xfrm>
              <a:off x="745375" y="4268500"/>
              <a:ext cx="2137200" cy="9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6"/>
                <a:buFont typeface="Arial"/>
                <a:buNone/>
              </a:pPr>
              <a:r>
                <a:rPr lang="en-US" sz="2619">
                  <a:solidFill>
                    <a:srgbClr val="1C1C1C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Al contado</a:t>
              </a:r>
              <a:endParaRPr b="1" sz="2619">
                <a:solidFill>
                  <a:srgbClr val="D9D9D9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6"/>
                <a:buFont typeface="Arial"/>
                <a:buNone/>
              </a:pPr>
              <a:r>
                <a:rPr b="1" lang="en-US" sz="3602">
                  <a:solidFill>
                    <a:srgbClr val="C99B5F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US$ 697,00</a:t>
              </a:r>
              <a:endParaRPr sz="3219">
                <a:solidFill>
                  <a:srgbClr val="1C1C1C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sp>
          <p:nvSpPr>
            <p:cNvPr id="1358" name="Google Shape;1358;g3f3be118244_0_16"/>
            <p:cNvSpPr/>
            <p:nvPr/>
          </p:nvSpPr>
          <p:spPr>
            <a:xfrm>
              <a:off x="404708" y="5170678"/>
              <a:ext cx="2818560" cy="2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6"/>
                <a:buFont typeface="Arial"/>
                <a:buNone/>
              </a:pPr>
              <a:r>
                <a:rPr lang="en-US" sz="1641">
                  <a:solidFill>
                    <a:srgbClr val="1C1C1C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/>
              </a:r>
              <a:endParaRPr b="1" sz="1641">
                <a:solidFill>
                  <a:srgbClr val="1C1C1C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sp>
        <p:nvSpPr>
          <p:cNvPr id="1359" name="Google Shape;1359;g3f3be118244_0_16"/>
          <p:cNvSpPr/>
          <p:nvPr/>
        </p:nvSpPr>
        <p:spPr>
          <a:xfrm>
            <a:off x="7573398" y="6019086"/>
            <a:ext cx="32268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b="1" lang="en-US" sz="1523">
                <a:solidFill>
                  <a:srgbClr val="D9D9D9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TOTAL:</a:t>
            </a:r>
            <a:r>
              <a:rPr b="1" lang="en-US" sz="152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  </a:t>
            </a:r>
            <a:r>
              <a:rPr b="1" lang="en-US" sz="152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</a:t>
            </a:r>
            <a:r>
              <a:rPr b="1" lang="en-US" sz="1523">
                <a:solidFill>
                  <a:srgbClr val="DCAD6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2.945,00</a:t>
            </a:r>
            <a:endParaRPr b="1" sz="1523">
              <a:solidFill>
                <a:srgbClr val="DCAD6A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60" name="Google Shape;1360;g3f3be118244_0_16"/>
          <p:cNvCxnSpPr>
            <a:endCxn id="1359" idx="3"/>
          </p:cNvCxnSpPr>
          <p:nvPr/>
        </p:nvCxnSpPr>
        <p:spPr>
          <a:xfrm flipH="1" rot="10800000">
            <a:off x="9350598" y="6150186"/>
            <a:ext cx="1449600" cy="1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g3f3be118244_0_16"/>
          <p:cNvSpPr/>
          <p:nvPr/>
        </p:nvSpPr>
        <p:spPr>
          <a:xfrm>
            <a:off x="9952087" y="2587130"/>
            <a:ext cx="863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7"/>
              <a:buFont typeface="Arial"/>
              <a:buNone/>
            </a:pPr>
            <a:r>
              <a:rPr lang="en-US" sz="1143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EXCLUSIVO</a:t>
            </a:r>
            <a:endParaRPr sz="1143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g3f5421b4056_1_0" title="P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4488" y="6468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g3f5421b4056_1_0" title="P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4488" y="15612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g3f5421b4056_1_0" title="P3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2963" y="6468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g3f5421b4056_1_0" title="P4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4488" y="2475600"/>
            <a:ext cx="2886075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0" name="Google Shape;1370;g3f5421b4056_1_0"/>
          <p:cNvGrpSpPr/>
          <p:nvPr/>
        </p:nvGrpSpPr>
        <p:grpSpPr>
          <a:xfrm>
            <a:off x="7722452" y="5337113"/>
            <a:ext cx="2764162" cy="634667"/>
            <a:chOff x="7630375" y="5346175"/>
            <a:chExt cx="3688500" cy="846900"/>
          </a:xfrm>
        </p:grpSpPr>
        <p:sp>
          <p:nvSpPr>
            <p:cNvPr id="1371" name="Google Shape;1371;g3f5421b4056_1_0"/>
            <p:cNvSpPr/>
            <p:nvPr/>
          </p:nvSpPr>
          <p:spPr>
            <a:xfrm>
              <a:off x="7630375" y="5346175"/>
              <a:ext cx="3688500" cy="8469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D25BA"/>
                </a:gs>
                <a:gs pos="100000">
                  <a:srgbClr val="101112"/>
                </a:gs>
              </a:gsLst>
              <a:lin ang="5400012" scaled="0"/>
            </a:gra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00" lIns="68500" spcFirstLastPara="1" rIns="68500" wrap="square" tIns="685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9"/>
                <a:buFont typeface="Arial"/>
                <a:buNone/>
              </a:pPr>
              <a:r>
                <a:t/>
              </a:r>
              <a:endParaRPr b="0" i="0" sz="10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g3f5421b4056_1_0"/>
            <p:cNvSpPr txBox="1"/>
            <p:nvPr/>
          </p:nvSpPr>
          <p:spPr>
            <a:xfrm>
              <a:off x="7907075" y="5616000"/>
              <a:ext cx="3000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00" lIns="68500" spcFirstLastPara="1" rIns="68500" wrap="square" tIns="685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899"/>
                </a:spcBef>
                <a:spcAft>
                  <a:spcPts val="899"/>
                </a:spcAft>
                <a:buClr>
                  <a:srgbClr val="000000"/>
                </a:buClr>
                <a:buSzPts val="1124"/>
                <a:buFont typeface="Arial"/>
                <a:buNone/>
              </a:pPr>
              <a:r>
                <a:rPr b="1" i="0" lang="en-US" sz="1124" u="none" cap="none" strike="noStrike">
                  <a:solidFill>
                    <a:schemeClr val="lt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/>
              </a:r>
              <a:r>
                <a:rPr b="1" i="0" lang="en-US" sz="1798" u="none" cap="none" strike="noStrike">
                  <a:solidFill>
                    <a:schemeClr val="lt1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US$ 697,00</a:t>
              </a:r>
              <a:endParaRPr b="0" i="0" sz="1724" u="none" cap="none" strike="sng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g3f5421b4056_1_0"/>
            <p:cNvSpPr txBox="1"/>
            <p:nvPr/>
          </p:nvSpPr>
          <p:spPr>
            <a:xfrm>
              <a:off x="7974625" y="5346175"/>
              <a:ext cx="3000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00" lIns="68500" spcFirstLastPara="1" rIns="68500" wrap="square" tIns="685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899"/>
                </a:spcBef>
                <a:spcAft>
                  <a:spcPts val="899"/>
                </a:spcAft>
                <a:buClr>
                  <a:srgbClr val="000000"/>
                </a:buClr>
                <a:buSzPts val="1124"/>
                <a:buFont typeface="Arial"/>
                <a:buNone/>
              </a:pPr>
              <a:r>
                <a:rPr b="0" i="0" lang="en-US" sz="1124" u="none" cap="none" strike="noStrike">
                  <a:solidFill>
                    <a:schemeClr val="lt2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VALOR ESPECIAL:</a:t>
              </a:r>
              <a:endParaRPr b="0" i="0" sz="1049" u="none" cap="none" strike="sng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74" name="Google Shape;1374;g3f5421b4056_1_0" title="P5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2963" y="1561200"/>
            <a:ext cx="28860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g3f5421b4056_1_0"/>
          <p:cNvSpPr txBox="1"/>
          <p:nvPr/>
        </p:nvSpPr>
        <p:spPr>
          <a:xfrm>
            <a:off x="4565475" y="5446688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Total: </a:t>
            </a:r>
            <a:r>
              <a:rPr b="1" i="0" lang="en-US" sz="1500" u="none" cap="none" strike="sngStrike">
                <a:solidFill>
                  <a:srgbClr val="434343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US$ 2.945,00</a:t>
            </a:r>
            <a:endParaRPr b="0" i="0" sz="1400" u="none" cap="none" strike="sng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6" name="Google Shape;1376;g3f5421b4056_1_0" title="P6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91438" y="6468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g3f5421b4056_1_0" title="P7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52963" y="24756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g3f5421b4056_1_0" title="P8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14488" y="33900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g3f5421b4056_1_0" title="P9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91438" y="1561200"/>
            <a:ext cx="288607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g3f5421b4056_1_0" title="P10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52963" y="33900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1" name="Google Shape;1381;g3f5421b4056_1_0" title="P11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691438" y="2504175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2" name="Google Shape;1382;g3f5421b4056_1_0" title="P12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614488" y="4304400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g3f5421b4056_1_0" title="P13.png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691438" y="3418575"/>
            <a:ext cx="28860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g3f5421b4056_1_0" title="Group 40.png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52963" y="4304400"/>
            <a:ext cx="288607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g3f5421b4056_1_0" title="Group 14.png"/>
          <p:cNvPicPr preferRelativeResize="0"/>
          <p:nvPr/>
        </p:nvPicPr>
        <p:blipFill rotWithShape="1">
          <a:blip r:embed="rId18">
            <a:alphaModFix/>
          </a:blip>
          <a:srcRect b="49094" l="2950" r="29396" t="20898"/>
          <a:stretch/>
        </p:blipFill>
        <p:spPr>
          <a:xfrm>
            <a:off x="7691450" y="4304400"/>
            <a:ext cx="2886077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g3f5421b4056_1_0" title="Group 46.png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614500" y="5218800"/>
            <a:ext cx="2886075" cy="76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7" name="Google Shape;1387;g3f5421b4056_1_0"/>
          <p:cNvCxnSpPr/>
          <p:nvPr/>
        </p:nvCxnSpPr>
        <p:spPr>
          <a:xfrm>
            <a:off x="5061975" y="5862200"/>
            <a:ext cx="20070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" name="Google Shape;1392;g3f493814788_1_0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919" y="-158758"/>
            <a:ext cx="1761475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g3f493814788_1_0"/>
          <p:cNvSpPr/>
          <p:nvPr/>
        </p:nvSpPr>
        <p:spPr>
          <a:xfrm>
            <a:off x="602500" y="2185200"/>
            <a:ext cx="70878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Prepara la cámara</a:t>
            </a:r>
            <a:r>
              <a:rPr lang="en-US" sz="3800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</a:t>
            </a:r>
            <a:r>
              <a:rPr lang="en-US" sz="3800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de tu celular o prepárate</a:t>
            </a:r>
            <a:r>
              <a:rPr lang="en-US" sz="3800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</a:t>
            </a:r>
            <a:r>
              <a:rPr lang="en-US" sz="3800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para hacer clic en el enlace</a:t>
            </a:r>
            <a:r>
              <a:rPr lang="en-US" sz="3800">
                <a:solidFill>
                  <a:srgbClr val="6A448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 </a:t>
            </a:r>
            <a:r>
              <a:rPr lang="en-US" sz="3800">
                <a:solidFill>
                  <a:schemeClr val="dk1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que mi equipo enviará en el chat</a:t>
            </a:r>
            <a:endParaRPr sz="3800">
              <a:solidFill>
                <a:schemeClr val="dk1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394" name="Google Shape;1394;g3f493814788_1_0"/>
          <p:cNvCxnSpPr/>
          <p:nvPr/>
        </p:nvCxnSpPr>
        <p:spPr>
          <a:xfrm>
            <a:off x="745445" y="2082000"/>
            <a:ext cx="1766100" cy="0"/>
          </a:xfrm>
          <a:prstGeom prst="straightConnector1">
            <a:avLst/>
          </a:prstGeom>
          <a:noFill/>
          <a:ln cap="flat" cmpd="sng" w="2857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g3f45a9ea68d_0_2747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g3f45a9ea68d_0_2747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g3f45a9ea68d_0_2747"/>
          <p:cNvSpPr/>
          <p:nvPr/>
        </p:nvSpPr>
        <p:spPr>
          <a:xfrm>
            <a:off x="2774250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g3f45a9ea68d_0_2747"/>
          <p:cNvSpPr/>
          <p:nvPr/>
        </p:nvSpPr>
        <p:spPr>
          <a:xfrm>
            <a:off x="3043902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ANTES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03" name="Google Shape;1403;g3f45a9ea68d_0_2747"/>
          <p:cNvSpPr/>
          <p:nvPr/>
        </p:nvSpPr>
        <p:spPr>
          <a:xfrm>
            <a:off x="7834148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g3f45a9ea68d_0_2747"/>
          <p:cNvSpPr/>
          <p:nvPr/>
        </p:nvSpPr>
        <p:spPr>
          <a:xfrm>
            <a:off x="8103800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AHORA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405" name="Google Shape;1405;g3f45a9ea68d_0_2747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g3f45a9ea68d_0_2803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g3f45a9ea68d_0_2803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g3f45a9ea68d_0_2803"/>
          <p:cNvSpPr/>
          <p:nvPr/>
        </p:nvSpPr>
        <p:spPr>
          <a:xfrm>
            <a:off x="2774250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g3f45a9ea68d_0_2803"/>
          <p:cNvSpPr/>
          <p:nvPr/>
        </p:nvSpPr>
        <p:spPr>
          <a:xfrm>
            <a:off x="3043902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ANTES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14" name="Google Shape;1414;g3f45a9ea68d_0_2803"/>
          <p:cNvSpPr/>
          <p:nvPr/>
        </p:nvSpPr>
        <p:spPr>
          <a:xfrm>
            <a:off x="7834148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g3f45a9ea68d_0_2803"/>
          <p:cNvSpPr/>
          <p:nvPr/>
        </p:nvSpPr>
        <p:spPr>
          <a:xfrm>
            <a:off x="8103800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AHORA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416" name="Google Shape;1416;g3f45a9ea68d_0_2803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7" name="Google Shape;1417;g3f45a9ea68d_0_2803"/>
          <p:cNvSpPr/>
          <p:nvPr/>
        </p:nvSpPr>
        <p:spPr>
          <a:xfrm>
            <a:off x="2413775" y="2202400"/>
            <a:ext cx="2765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clases en vivo</a:t>
            </a:r>
            <a:endParaRPr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418" name="Google Shape;1418;g3f45a9ea68d_0_2803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625" y="2202402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g3f45a9ea68d_0_2765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g3f45a9ea68d_0_2765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g3f45a9ea68d_0_2765"/>
          <p:cNvSpPr/>
          <p:nvPr/>
        </p:nvSpPr>
        <p:spPr>
          <a:xfrm>
            <a:off x="2774250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g3f45a9ea68d_0_2765"/>
          <p:cNvSpPr/>
          <p:nvPr/>
        </p:nvSpPr>
        <p:spPr>
          <a:xfrm>
            <a:off x="3043902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ANTES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27" name="Google Shape;1427;g3f45a9ea68d_0_2765"/>
          <p:cNvSpPr/>
          <p:nvPr/>
        </p:nvSpPr>
        <p:spPr>
          <a:xfrm>
            <a:off x="7834148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g3f45a9ea68d_0_2765"/>
          <p:cNvSpPr/>
          <p:nvPr/>
        </p:nvSpPr>
        <p:spPr>
          <a:xfrm>
            <a:off x="8103800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AHORA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429" name="Google Shape;1429;g3f45a9ea68d_0_2765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g3f45a9ea68d_0_2765"/>
          <p:cNvSpPr/>
          <p:nvPr/>
        </p:nvSpPr>
        <p:spPr>
          <a:xfrm>
            <a:off x="2413775" y="2202400"/>
            <a:ext cx="27657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clases en vivo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discusión de casos</a:t>
            </a:r>
            <a:endParaRPr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431" name="Google Shape;1431;g3f45a9ea68d_0_2765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625" y="2202402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g3f45a9ea68d_0_2765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2625" y="2709451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7" name="Google Shape;1437;g3f45a9ea68d_0_2789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g3f45a9ea68d_0_2789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g3f45a9ea68d_0_2789"/>
          <p:cNvSpPr/>
          <p:nvPr/>
        </p:nvSpPr>
        <p:spPr>
          <a:xfrm>
            <a:off x="2774250" y="1097925"/>
            <a:ext cx="1583604" cy="527850"/>
          </a:xfrm>
          <a:prstGeom prst="flowChartTerminator">
            <a:avLst/>
          </a:prstGeom>
          <a:noFill/>
          <a:ln cap="flat" cmpd="sng" w="19050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g3f45a9ea68d_0_2789"/>
          <p:cNvSpPr/>
          <p:nvPr/>
        </p:nvSpPr>
        <p:spPr>
          <a:xfrm>
            <a:off x="3043902" y="1127850"/>
            <a:ext cx="1044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ANTES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cxnSp>
        <p:nvCxnSpPr>
          <p:cNvPr id="1441" name="Google Shape;1441;g3f45a9ea68d_0_2789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42" name="Google Shape;1442;g3f45a9ea68d_0_2789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443" name="Google Shape;1443;g3f45a9ea68d_0_2789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g3f45a9ea68d_0_2789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445" name="Google Shape;1445;g3f45a9ea68d_0_2789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446" name="Google Shape;1446;g3f45a9ea68d_0_2789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447" name="Google Shape;1447;g3f45a9ea68d_0_278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8" name="Google Shape;1448;g3f45a9ea68d_0_278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9" name="Google Shape;1449;g3f45a9ea68d_0_278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g3f45a9ea68d_0_3059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g3f45a9ea68d_0_3059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6" name="Google Shape;1456;g3f45a9ea68d_0_3059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457" name="Google Shape;1457;g3f45a9ea68d_0_3059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g3f45a9ea68d_0_3059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459" name="Google Shape;1459;g3f45a9ea68d_0_3059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460" name="Google Shape;1460;g3f45a9ea68d_0_3059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g3f45a9ea68d_0_3059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462" name="Google Shape;1462;g3f45a9ea68d_0_3059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63" name="Google Shape;1463;g3f45a9ea68d_0_3059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464" name="Google Shape;1464;g3f45a9ea68d_0_3059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465" name="Google Shape;1465;g3f45a9ea68d_0_305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6" name="Google Shape;1466;g3f45a9ea68d_0_305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7" name="Google Shape;1467;g3f45a9ea68d_0_3059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8" name="Google Shape;1468;g3f45a9ea68d_0_3059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g3f45a9ea68d_0_3059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70" name="Google Shape;1470;g3f45a9ea68d_0_3059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5" name="Google Shape;1475;g3f45a9ea68d_0_3036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g3f45a9ea68d_0_3036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7" name="Google Shape;1477;g3f45a9ea68d_0_3036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478" name="Google Shape;1478;g3f45a9ea68d_0_3036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g3f45a9ea68d_0_3036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480" name="Google Shape;1480;g3f45a9ea68d_0_3036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481" name="Google Shape;1481;g3f45a9ea68d_0_3036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g3f45a9ea68d_0_3036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483" name="Google Shape;1483;g3f45a9ea68d_0_3036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84" name="Google Shape;1484;g3f45a9ea68d_0_3036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485" name="Google Shape;1485;g3f45a9ea68d_0_3036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486" name="Google Shape;1486;g3f45a9ea68d_0_303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7" name="Google Shape;1487;g3f45a9ea68d_0_303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8" name="Google Shape;1488;g3f45a9ea68d_0_303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9" name="Google Shape;1489;g3f45a9ea68d_0_3036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g3f45a9ea68d_0_3036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91" name="Google Shape;1491;g3f45a9ea68d_0_3036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492" name="Google Shape;1492;g3f45a9ea68d_0_3036"/>
          <p:cNvSpPr/>
          <p:nvPr/>
        </p:nvSpPr>
        <p:spPr>
          <a:xfrm>
            <a:off x="7561075" y="2040225"/>
            <a:ext cx="4121400" cy="23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493" name="Google Shape;1493;g3f45a9ea68d_0_303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Google Shape;1498;g3f45a9ea68d_0_3012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g3f45a9ea68d_0_3012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0" name="Google Shape;1500;g3f45a9ea68d_0_3012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501" name="Google Shape;1501;g3f45a9ea68d_0_3012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g3f45a9ea68d_0_3012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503" name="Google Shape;1503;g3f45a9ea68d_0_3012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504" name="Google Shape;1504;g3f45a9ea68d_0_3012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g3f45a9ea68d_0_3012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506" name="Google Shape;1506;g3f45a9ea68d_0_3012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07" name="Google Shape;1507;g3f45a9ea68d_0_3012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508" name="Google Shape;1508;g3f45a9ea68d_0_3012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509" name="Google Shape;1509;g3f45a9ea68d_0_3012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0" name="Google Shape;1510;g3f45a9ea68d_0_3012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1" name="Google Shape;1511;g3f45a9ea68d_0_3012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2" name="Google Shape;1512;g3f45a9ea68d_0_3012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g3f45a9ea68d_0_3012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14" name="Google Shape;1514;g3f45a9ea68d_0_3012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15" name="Google Shape;1515;g3f45a9ea68d_0_3012"/>
          <p:cNvSpPr/>
          <p:nvPr/>
        </p:nvSpPr>
        <p:spPr>
          <a:xfrm>
            <a:off x="7561075" y="2040225"/>
            <a:ext cx="5563890" cy="23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516" name="Google Shape;1516;g3f45a9ea68d_0_3012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7" name="Google Shape;1517;g3f45a9ea68d_0_3012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2" name="Google Shape;1522;g3f45a9ea68d_0_2961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3" name="Google Shape;1523;g3f45a9ea68d_0_2961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4" name="Google Shape;1524;g3f45a9ea68d_0_2961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525" name="Google Shape;1525;g3f45a9ea68d_0_2961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g3f45a9ea68d_0_2961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527" name="Google Shape;1527;g3f45a9ea68d_0_2961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528" name="Google Shape;1528;g3f45a9ea68d_0_2961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g3f45a9ea68d_0_2961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530" name="Google Shape;1530;g3f45a9ea68d_0_2961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31" name="Google Shape;1531;g3f45a9ea68d_0_2961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532" name="Google Shape;1532;g3f45a9ea68d_0_2961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533" name="Google Shape;1533;g3f45a9ea68d_0_2961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4" name="Google Shape;1534;g3f45a9ea68d_0_2961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5" name="Google Shape;1535;g3f45a9ea68d_0_2961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6" name="Google Shape;1536;g3f45a9ea68d_0_2961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g3f45a9ea68d_0_2961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38" name="Google Shape;1538;g3f45a9ea68d_0_2961"/>
          <p:cNvSpPr/>
          <p:nvPr/>
        </p:nvSpPr>
        <p:spPr>
          <a:xfrm>
            <a:off x="7561075" y="2040225"/>
            <a:ext cx="5563890" cy="9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contenido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39" name="Google Shape;1539;g3f45a9ea68d_0_2961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540" name="Google Shape;1540;g3f45a9ea68d_0_2961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g3f45a9ea68d_0_2961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g3f45a9ea68d_0_2961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711838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7" name="Google Shape;1547;g3f45a9ea68d_0_2934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g3f45a9ea68d_0_2934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9" name="Google Shape;1549;g3f45a9ea68d_0_2934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550" name="Google Shape;1550;g3f45a9ea68d_0_2934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g3f45a9ea68d_0_2934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552" name="Google Shape;1552;g3f45a9ea68d_0_2934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553" name="Google Shape;1553;g3f45a9ea68d_0_2934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g3f45a9ea68d_0_2934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555" name="Google Shape;1555;g3f45a9ea68d_0_2934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g3f45a9ea68d_0_2934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g3f45a9ea68d_0_2934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58" name="Google Shape;1558;g3f45a9ea68d_0_2934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59" name="Google Shape;1559;g3f45a9ea68d_0_2934"/>
          <p:cNvSpPr/>
          <p:nvPr/>
        </p:nvSpPr>
        <p:spPr>
          <a:xfrm>
            <a:off x="7561075" y="2040225"/>
            <a:ext cx="5563890" cy="13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contenido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acompañamiento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560" name="Google Shape;1560;g3f45a9ea68d_0_2934" title="Vect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1" name="Google Shape;1561;g3f45a9ea68d_0_2934" title="Vect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2" name="Google Shape;1562;g3f45a9ea68d_0_2934" title="Vect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1400" y="2711838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3" name="Google Shape;1563;g3f45a9ea68d_0_2934" title="Vect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1400" y="3082150"/>
            <a:ext cx="299800" cy="29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4" name="Google Shape;1564;g3f45a9ea68d_0_2934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pic>
          <p:nvPicPr>
            <p:cNvPr id="1565" name="Google Shape;1565;g3f45a9ea68d_0_2934" title="X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6" name="Google Shape;1566;g3f45a9ea68d_0_2934" title="X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7" name="Google Shape;1567;g3f45a9ea68d_0_2934" title="X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8" name="Google Shape;1568;g3f45a9ea68d_0_2934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Google Shape;1573;g3f45a9ea68d_0_2906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4" name="Google Shape;1574;g3f45a9ea68d_0_2906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5" name="Google Shape;1575;g3f45a9ea68d_0_2906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576" name="Google Shape;1576;g3f45a9ea68d_0_2906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g3f45a9ea68d_0_2906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578" name="Google Shape;1578;g3f45a9ea68d_0_2906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579" name="Google Shape;1579;g3f45a9ea68d_0_2906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g3f45a9ea68d_0_2906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581" name="Google Shape;1581;g3f45a9ea68d_0_2906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82" name="Google Shape;1582;g3f45a9ea68d_0_2906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583" name="Google Shape;1583;g3f45a9ea68d_0_2906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584" name="Google Shape;1584;g3f45a9ea68d_0_290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5" name="Google Shape;1585;g3f45a9ea68d_0_290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6" name="Google Shape;1586;g3f45a9ea68d_0_290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7" name="Google Shape;1587;g3f45a9ea68d_0_2906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g3f45a9ea68d_0_2906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89" name="Google Shape;1589;g3f45a9ea68d_0_2906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590" name="Google Shape;1590;g3f45a9ea68d_0_2906"/>
          <p:cNvSpPr/>
          <p:nvPr/>
        </p:nvSpPr>
        <p:spPr>
          <a:xfrm>
            <a:off x="7561075" y="2040225"/>
            <a:ext cx="556389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contenido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acompañamiento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actualización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591" name="Google Shape;1591;g3f45a9ea68d_0_290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2" name="Google Shape;1592;g3f45a9ea68d_0_290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3" name="Google Shape;1593;g3f45a9ea68d_0_290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711838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g3f45a9ea68d_0_290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0821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g3f45a9ea68d_0_290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452450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0" name="Google Shape;1600;g3f45a9ea68d_0_2816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g3f45a9ea68d_0_2816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2" name="Google Shape;1602;g3f45a9ea68d_0_2816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603" name="Google Shape;1603;g3f45a9ea68d_0_2816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g3f45a9ea68d_0_2816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605" name="Google Shape;1605;g3f45a9ea68d_0_2816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606" name="Google Shape;1606;g3f45a9ea68d_0_2816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g3f45a9ea68d_0_2816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608" name="Google Shape;1608;g3f45a9ea68d_0_2816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09" name="Google Shape;1609;g3f45a9ea68d_0_2816"/>
          <p:cNvGrpSpPr/>
          <p:nvPr/>
        </p:nvGrpSpPr>
        <p:grpSpPr>
          <a:xfrm>
            <a:off x="1981317" y="2040225"/>
            <a:ext cx="3169470" cy="1285134"/>
            <a:chOff x="1981317" y="2040225"/>
            <a:chExt cx="3169470" cy="1285134"/>
          </a:xfrm>
        </p:grpSpPr>
        <p:sp>
          <p:nvSpPr>
            <p:cNvPr id="1610" name="Google Shape;1610;g3f45a9ea68d_0_2816"/>
            <p:cNvSpPr/>
            <p:nvPr/>
          </p:nvSpPr>
          <p:spPr>
            <a:xfrm>
              <a:off x="2385088" y="2040225"/>
              <a:ext cx="27657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clases en vivo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discusión de casos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Sin grupo de WhatsApp</a:t>
              </a:r>
              <a:endParaRPr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  <p:pic>
          <p:nvPicPr>
            <p:cNvPr id="1611" name="Google Shape;1611;g3f45a9ea68d_0_281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04173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2" name="Google Shape;1612;g3f45a9ea68d_0_281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2537312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3" name="Google Shape;1613;g3f45a9ea68d_0_2816" title="X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81317" y="3025559"/>
              <a:ext cx="299800" cy="29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4" name="Google Shape;1614;g3f45a9ea68d_0_2816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g3f45a9ea68d_0_2816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16" name="Google Shape;1616;g3f45a9ea68d_0_2816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17" name="Google Shape;1617;g3f45a9ea68d_0_2816"/>
          <p:cNvSpPr/>
          <p:nvPr/>
        </p:nvSpPr>
        <p:spPr>
          <a:xfrm>
            <a:off x="7561075" y="2040225"/>
            <a:ext cx="5563890" cy="20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contenido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acompañamiento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actualización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Menor inversión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618" name="Google Shape;1618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0" name="Google Shape;1620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711838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1" name="Google Shape;1621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0821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4524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g3f45a9ea68d_0_2816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815675"/>
            <a:ext cx="299800" cy="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" name="Google Shape;1628;g3f45a9ea68d_0_2859" title="Slide 16_9 - 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9" name="Google Shape;1629;g3f45a9ea68d_0_2859" title="f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32" y="336443"/>
            <a:ext cx="1145699" cy="467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0" name="Google Shape;1630;g3f45a9ea68d_0_2859"/>
          <p:cNvGrpSpPr/>
          <p:nvPr/>
        </p:nvGrpSpPr>
        <p:grpSpPr>
          <a:xfrm>
            <a:off x="2774248" y="1097925"/>
            <a:ext cx="1583604" cy="527850"/>
            <a:chOff x="2957875" y="1097925"/>
            <a:chExt cx="1583604" cy="527850"/>
          </a:xfrm>
        </p:grpSpPr>
        <p:sp>
          <p:nvSpPr>
            <p:cNvPr id="1631" name="Google Shape;1631;g3f45a9ea68d_0_2859"/>
            <p:cNvSpPr/>
            <p:nvPr/>
          </p:nvSpPr>
          <p:spPr>
            <a:xfrm>
              <a:off x="2957875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g3f45a9ea68d_0_2859"/>
            <p:cNvSpPr/>
            <p:nvPr/>
          </p:nvSpPr>
          <p:spPr>
            <a:xfrm>
              <a:off x="3227527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ANTES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grpSp>
        <p:nvGrpSpPr>
          <p:cNvPr id="1633" name="Google Shape;1633;g3f45a9ea68d_0_2859"/>
          <p:cNvGrpSpPr/>
          <p:nvPr/>
        </p:nvGrpSpPr>
        <p:grpSpPr>
          <a:xfrm>
            <a:off x="7933023" y="1097925"/>
            <a:ext cx="1583604" cy="527850"/>
            <a:chOff x="7834148" y="1097925"/>
            <a:chExt cx="1583604" cy="527850"/>
          </a:xfrm>
        </p:grpSpPr>
        <p:sp>
          <p:nvSpPr>
            <p:cNvPr id="1634" name="Google Shape;1634;g3f45a9ea68d_0_2859"/>
            <p:cNvSpPr/>
            <p:nvPr/>
          </p:nvSpPr>
          <p:spPr>
            <a:xfrm>
              <a:off x="7834148" y="1097925"/>
              <a:ext cx="1583604" cy="527850"/>
            </a:xfrm>
            <a:prstGeom prst="flowChartTerminator">
              <a:avLst/>
            </a:prstGeom>
            <a:noFill/>
            <a:ln cap="flat" cmpd="sng" w="19050">
              <a:solidFill>
                <a:srgbClr val="6A44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g3f45a9ea68d_0_2859"/>
            <p:cNvSpPr/>
            <p:nvPr/>
          </p:nvSpPr>
          <p:spPr>
            <a:xfrm>
              <a:off x="8103800" y="1127850"/>
              <a:ext cx="10443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6F6F6"/>
                  </a:solidFill>
                  <a:latin typeface="Zalando Sans SemiExpanded"/>
                  <a:ea typeface="Zalando Sans SemiExpanded"/>
                  <a:cs typeface="Zalando Sans SemiExpanded"/>
                  <a:sym typeface="Zalando Sans SemiExpanded"/>
                </a:rPr>
                <a:t>AHORA</a:t>
              </a:r>
              <a:endParaRPr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endParaRPr>
            </a:p>
          </p:txBody>
        </p:sp>
      </p:grpSp>
      <p:cxnSp>
        <p:nvCxnSpPr>
          <p:cNvPr id="1636" name="Google Shape;1636;g3f45a9ea68d_0_2859"/>
          <p:cNvCxnSpPr/>
          <p:nvPr/>
        </p:nvCxnSpPr>
        <p:spPr>
          <a:xfrm>
            <a:off x="6096000" y="1625775"/>
            <a:ext cx="0" cy="4522200"/>
          </a:xfrm>
          <a:prstGeom prst="straightConnector1">
            <a:avLst/>
          </a:prstGeom>
          <a:noFill/>
          <a:ln cap="flat" cmpd="sng" w="9525">
            <a:solidFill>
              <a:srgbClr val="6A448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7" name="Google Shape;1637;g3f45a9ea68d_0_2859"/>
          <p:cNvSpPr/>
          <p:nvPr/>
        </p:nvSpPr>
        <p:spPr>
          <a:xfrm>
            <a:off x="2385088" y="2040225"/>
            <a:ext cx="27657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clases en vivo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discusión de casos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Sin grupo de WhatsApp</a:t>
            </a:r>
            <a:endParaRPr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638" name="Google Shape;1638;g3f45a9ea68d_0_2859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1317" y="2041739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" name="Google Shape;1639;g3f45a9ea68d_0_2859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1317" y="2537312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g3f45a9ea68d_0_2859" title="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1317" y="3025559"/>
            <a:ext cx="299800" cy="2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g3f45a9ea68d_0_2859"/>
          <p:cNvSpPr/>
          <p:nvPr/>
        </p:nvSpPr>
        <p:spPr>
          <a:xfrm>
            <a:off x="19315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g3f45a9ea68d_0_2859"/>
          <p:cNvSpPr/>
          <p:nvPr/>
        </p:nvSpPr>
        <p:spPr>
          <a:xfrm>
            <a:off x="21831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US$ 899,00</a:t>
            </a:r>
            <a:endParaRPr sz="30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43" name="Google Shape;1643;g3f45a9ea68d_0_2859"/>
          <p:cNvSpPr/>
          <p:nvPr/>
        </p:nvSpPr>
        <p:spPr>
          <a:xfrm>
            <a:off x="21831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44" name="Google Shape;1644;g3f45a9ea68d_0_2859"/>
          <p:cNvSpPr/>
          <p:nvPr/>
        </p:nvSpPr>
        <p:spPr>
          <a:xfrm>
            <a:off x="7561075" y="2040225"/>
            <a:ext cx="5563890" cy="20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Clases en vivo por Zoom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Actualizaciones y contenidos en WhatsApp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contenido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acompañamiento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Más actualización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Menor inversión</a:t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pic>
        <p:nvPicPr>
          <p:cNvPr id="1645" name="Google Shape;1645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198430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3415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2711838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8" name="Google Shape;1648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0821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452450"/>
            <a:ext cx="299800" cy="2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g3f45a9ea68d_0_2859" title="Vecto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400" y="3815675"/>
            <a:ext cx="299800" cy="2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1" name="Google Shape;1651;g3f45a9ea68d_0_2859"/>
          <p:cNvSpPr/>
          <p:nvPr/>
        </p:nvSpPr>
        <p:spPr>
          <a:xfrm>
            <a:off x="7309547" y="5647051"/>
            <a:ext cx="21780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6"/>
              <a:buFont typeface="Arial"/>
              <a:buNone/>
            </a:pPr>
            <a:r>
              <a:rPr lang="en-US" sz="2362">
                <a:solidFill>
                  <a:schemeClr val="accent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US$ 697,00</a:t>
            </a:r>
            <a:endParaRPr sz="2362">
              <a:solidFill>
                <a:schemeClr val="accent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52" name="Google Shape;1652;g3f45a9ea68d_0_2859"/>
          <p:cNvSpPr/>
          <p:nvPr/>
        </p:nvSpPr>
        <p:spPr>
          <a:xfrm>
            <a:off x="7111400" y="4782675"/>
            <a:ext cx="3269100" cy="1365300"/>
          </a:xfrm>
          <a:prstGeom prst="roundRect">
            <a:avLst>
              <a:gd fmla="val 16667" name="adj"/>
            </a:avLst>
          </a:prstGeom>
          <a:solidFill>
            <a:srgbClr val="210433"/>
          </a:solidFill>
          <a:ln cap="flat" cmpd="sng" w="9525">
            <a:solidFill>
              <a:srgbClr val="6A4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g3f45a9ea68d_0_2859"/>
          <p:cNvSpPr/>
          <p:nvPr/>
        </p:nvSpPr>
        <p:spPr>
          <a:xfrm>
            <a:off x="7363088" y="5034959"/>
            <a:ext cx="2765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6AA84F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US$ 697,00</a:t>
            </a:r>
            <a:endParaRPr b="1" sz="3000">
              <a:solidFill>
                <a:srgbClr val="6AA84F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  <p:sp>
        <p:nvSpPr>
          <p:cNvPr id="1654" name="Google Shape;1654;g3f45a9ea68d_0_2859"/>
          <p:cNvSpPr/>
          <p:nvPr/>
        </p:nvSpPr>
        <p:spPr>
          <a:xfrm>
            <a:off x="7363088" y="5505500"/>
            <a:ext cx="2765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F6F6F6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/>
            </a:r>
            <a:endParaRPr sz="1600">
              <a:solidFill>
                <a:srgbClr val="F6F6F6"/>
              </a:solidFill>
              <a:latin typeface="Zalando Sans SemiExpanded"/>
              <a:ea typeface="Zalando Sans SemiExpanded"/>
              <a:cs typeface="Zalando Sans SemiExpanded"/>
              <a:sym typeface="Zalando Sans SemiExpanded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" name="Google Shape;1392;g3f493814788_1_0" title="FEP-SYMBOL-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919" y="-158758"/>
            <a:ext cx="1761475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FEA texto 2001"/>
          <p:cNvSpPr txBox="1"/>
          <p:nvPr/>
        </p:nvSpPr>
        <p:spPr>
          <a:xfrm>
            <a:off x="602500" y="1000000"/>
            <a:ext cx="9500000" cy="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lang="es-ES" sz="2800" b="0">
                <a:solidFill>
                  <a:srgbClr val="1E1E1E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Escanea el código QR y </a:t>
            </a:r>
            <a:r>
              <a:rPr lang="es-ES" sz="2800" b="1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asegura tu cupo</a:t>
            </a:r>
          </a:p>
        </p:txBody>
      </p:sp>
      <p:pic>
        <p:nvPicPr>
          <p:cNvPr id="2002" name="QR checkout al contado" descr="QR checkout al contado"/>
          <p:cNvPicPr preferRelativeResize="0"/>
          <p:nvPr/>
        </p:nvPicPr>
        <p:blipFill>
          <a:blip r:embed="rId90"/>
          <a:stretch>
            <a:fillRect/>
          </a:stretch>
        </p:blipFill>
        <p:spPr>
          <a:xfrm>
            <a:off x="4050000" y="1900000"/>
            <a:ext cx="2600000" cy="2600000"/>
          </a:xfrm>
          <a:prstGeom prst="roundRect">
            <a:avLst>
              <a:gd name="adj" fmla="val 6000"/>
            </a:avLst>
          </a:prstGeom>
          <a:ln w="19050">
            <a:solidFill>
              <a:srgbClr val="6D25BA"/>
            </a:solidFill>
          </a:ln>
        </p:spPr>
      </p:pic>
      <p:sp>
        <p:nvSpPr>
          <p:cNvPr id="2004" name="FEA texto 2004"/>
          <p:cNvSpPr txBox="1"/>
          <p:nvPr/>
        </p:nvSpPr>
        <p:spPr>
          <a:xfrm>
            <a:off x="3850000" y="4720000"/>
            <a:ext cx="3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lang="es-ES" sz="2000" b="1">
                <a:solidFill>
                  <a:srgbClr val="6D25BA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AL CONTADO</a:t>
            </a:r>
          </a:p>
        </p:txBody>
      </p:sp>
      <p:sp>
        <p:nvSpPr>
          <p:cNvPr id="2005" name="FEA texto 2005"/>
          <p:cNvSpPr txBox="1"/>
          <p:nvPr/>
        </p:nvSpPr>
        <p:spPr>
          <a:xfrm>
            <a:off x="3850000" y="5120000"/>
            <a:ext cx="3000000" cy="6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buNone/>
            </a:pPr>
            <a:r>
              <a:rPr lang="es-ES" sz="2400" b="1">
                <a:solidFill>
                  <a:srgbClr val="1E1E1E"/>
                </a:solidFill>
                <a:latin typeface="Zalando Sans SemiExpanded"/>
                <a:ea typeface="Zalando Sans SemiExpanded"/>
                <a:cs typeface="Zalando Sans SemiExpanded"/>
                <a:sym typeface="Zalando Sans SemiExpanded"/>
              </a:rPr>
              <a:t>US$ 697,00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2026-06-17T22:13:33Z</dcterms:created>
  <dc:creator>PptxGenJS</dc:creator>
</cp:coreProperties>
</file>